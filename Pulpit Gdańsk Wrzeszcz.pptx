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6200438" cy="8658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602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D7B0E0-12C9-6139-8132-DB19ED434EDA}" v="4" dt="2026-09-25T10:11:37.079"/>
    <p1510:client id="{A943CA62-E205-4644-B93D-A18EEAA6849D}" v="173" dt="2026-09-24T16:02:11.7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075" autoAdjust="0"/>
    <p:restoredTop sz="95521" autoAdjust="0"/>
  </p:normalViewPr>
  <p:slideViewPr>
    <p:cSldViewPr snapToGrid="0">
      <p:cViewPr varScale="1">
        <p:scale>
          <a:sx n="88" d="100"/>
          <a:sy n="88" d="100"/>
        </p:scale>
        <p:origin x="996" y="-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otr Osiński" userId="S::pioosin91@edu.gdansk.pl::6e230295-3633-4aa6-892f-b30d1c70922d" providerId="AD" clId="Web-{68D7B0E0-12C9-6139-8132-DB19ED434EDA}"/>
    <pc:docChg chg="modSld">
      <pc:chgData name="Piotr Osiński" userId="S::pioosin91@edu.gdansk.pl::6e230295-3633-4aa6-892f-b30d1c70922d" providerId="AD" clId="Web-{68D7B0E0-12C9-6139-8132-DB19ED434EDA}" dt="2026-09-25T10:11:37.079" v="3"/>
      <pc:docMkLst>
        <pc:docMk/>
      </pc:docMkLst>
      <pc:sldChg chg="addSp modSp">
        <pc:chgData name="Piotr Osiński" userId="S::pioosin91@edu.gdansk.pl::6e230295-3633-4aa6-892f-b30d1c70922d" providerId="AD" clId="Web-{68D7B0E0-12C9-6139-8132-DB19ED434EDA}" dt="2026-09-25T10:11:37.079" v="3"/>
        <pc:sldMkLst>
          <pc:docMk/>
          <pc:sldMk cId="1886345749" sldId="256"/>
        </pc:sldMkLst>
        <pc:grpChg chg="add mod modVis">
          <ac:chgData name="Piotr Osiński" userId="S::pioosin91@edu.gdansk.pl::6e230295-3633-4aa6-892f-b30d1c70922d" providerId="AD" clId="Web-{68D7B0E0-12C9-6139-8132-DB19ED434EDA}" dt="2026-09-25T10:11:37.079" v="3"/>
          <ac:grpSpMkLst>
            <pc:docMk/>
            <pc:sldMk cId="1886345749" sldId="256"/>
            <ac:grpSpMk id="3" creationId="{2263626E-C19B-1275-E0E3-0B5C1711EB62}"/>
          </ac:grpSpMkLst>
        </pc:grpChg>
      </pc:sldChg>
    </pc:docChg>
  </pc:docChgLst>
  <pc:docChgLst>
    <pc:chgData name="Piotr Osiński" userId="6e230295-3633-4aa6-892f-b30d1c70922d" providerId="ADAL" clId="{8F7081CA-3FE9-4986-A5D5-95C69023761B}"/>
    <pc:docChg chg="undo custSel modSld">
      <pc:chgData name="Piotr Osiński" userId="6e230295-3633-4aa6-892f-b30d1c70922d" providerId="ADAL" clId="{8F7081CA-3FE9-4986-A5D5-95C69023761B}" dt="2026-09-24T16:03:21.534" v="702" actId="1076"/>
      <pc:docMkLst>
        <pc:docMk/>
      </pc:docMkLst>
      <pc:sldChg chg="addSp delSp modSp mod setBg">
        <pc:chgData name="Piotr Osiński" userId="6e230295-3633-4aa6-892f-b30d1c70922d" providerId="ADAL" clId="{8F7081CA-3FE9-4986-A5D5-95C69023761B}" dt="2026-09-24T16:03:21.534" v="702" actId="1076"/>
        <pc:sldMkLst>
          <pc:docMk/>
          <pc:sldMk cId="1886345749" sldId="256"/>
        </pc:sldMkLst>
        <pc:spChg chg="add del mod">
          <ac:chgData name="Piotr Osiński" userId="6e230295-3633-4aa6-892f-b30d1c70922d" providerId="ADAL" clId="{8F7081CA-3FE9-4986-A5D5-95C69023761B}" dt="2026-09-24T14:41:27.360" v="113" actId="478"/>
          <ac:spMkLst>
            <pc:docMk/>
            <pc:sldMk cId="1886345749" sldId="256"/>
            <ac:spMk id="3" creationId="{092371E1-932E-38B1-46AA-D99A61AC250C}"/>
          </ac:spMkLst>
        </pc:spChg>
        <pc:spChg chg="mod">
          <ac:chgData name="Piotr Osiński" userId="6e230295-3633-4aa6-892f-b30d1c70922d" providerId="ADAL" clId="{8F7081CA-3FE9-4986-A5D5-95C69023761B}" dt="2026-09-24T15:20:13.529" v="373" actId="1076"/>
          <ac:spMkLst>
            <pc:docMk/>
            <pc:sldMk cId="1886345749" sldId="256"/>
            <ac:spMk id="4" creationId="{9FC1B510-29C1-F11C-5932-8B0B6D3352E3}"/>
          </ac:spMkLst>
        </pc:spChg>
        <pc:spChg chg="add mod">
          <ac:chgData name="Piotr Osiński" userId="6e230295-3633-4aa6-892f-b30d1c70922d" providerId="ADAL" clId="{8F7081CA-3FE9-4986-A5D5-95C69023761B}" dt="2026-09-24T15:20:13.529" v="373" actId="1076"/>
          <ac:spMkLst>
            <pc:docMk/>
            <pc:sldMk cId="1886345749" sldId="256"/>
            <ac:spMk id="5" creationId="{14F54515-53F6-12BB-0B9F-C1FB64FD0D76}"/>
          </ac:spMkLst>
        </pc:spChg>
        <pc:spChg chg="add mod">
          <ac:chgData name="Piotr Osiński" userId="6e230295-3633-4aa6-892f-b30d1c70922d" providerId="ADAL" clId="{8F7081CA-3FE9-4986-A5D5-95C69023761B}" dt="2026-09-24T15:20:13.529" v="373" actId="1076"/>
          <ac:spMkLst>
            <pc:docMk/>
            <pc:sldMk cId="1886345749" sldId="256"/>
            <ac:spMk id="6" creationId="{777C0E51-50B5-FE26-9D6C-225CAA4CB95C}"/>
          </ac:spMkLst>
        </pc:spChg>
        <pc:spChg chg="add mod">
          <ac:chgData name="Piotr Osiński" userId="6e230295-3633-4aa6-892f-b30d1c70922d" providerId="ADAL" clId="{8F7081CA-3FE9-4986-A5D5-95C69023761B}" dt="2026-09-24T15:20:13.529" v="373" actId="1076"/>
          <ac:spMkLst>
            <pc:docMk/>
            <pc:sldMk cId="1886345749" sldId="256"/>
            <ac:spMk id="7" creationId="{325942B3-98B8-8270-4BC4-79C858082765}"/>
          </ac:spMkLst>
        </pc:spChg>
        <pc:spChg chg="add mod">
          <ac:chgData name="Piotr Osiński" userId="6e230295-3633-4aa6-892f-b30d1c70922d" providerId="ADAL" clId="{8F7081CA-3FE9-4986-A5D5-95C69023761B}" dt="2026-09-24T15:47:14.321" v="670" actId="1076"/>
          <ac:spMkLst>
            <pc:docMk/>
            <pc:sldMk cId="1886345749" sldId="256"/>
            <ac:spMk id="8" creationId="{ACF505E2-9252-A220-CF34-4DFFB6E5A780}"/>
          </ac:spMkLst>
        </pc:spChg>
        <pc:spChg chg="add mod">
          <ac:chgData name="Piotr Osiński" userId="6e230295-3633-4aa6-892f-b30d1c70922d" providerId="ADAL" clId="{8F7081CA-3FE9-4986-A5D5-95C69023761B}" dt="2026-09-24T15:20:13.529" v="373" actId="1076"/>
          <ac:spMkLst>
            <pc:docMk/>
            <pc:sldMk cId="1886345749" sldId="256"/>
            <ac:spMk id="9" creationId="{30D19F81-1AF1-AF08-0CF6-3056F93D2FC0}"/>
          </ac:spMkLst>
        </pc:spChg>
        <pc:spChg chg="add mod">
          <ac:chgData name="Piotr Osiński" userId="6e230295-3633-4aa6-892f-b30d1c70922d" providerId="ADAL" clId="{8F7081CA-3FE9-4986-A5D5-95C69023761B}" dt="2026-09-24T15:20:13.529" v="373" actId="1076"/>
          <ac:spMkLst>
            <pc:docMk/>
            <pc:sldMk cId="1886345749" sldId="256"/>
            <ac:spMk id="10" creationId="{726651E1-BAD2-00F2-8A13-14BCAFF46000}"/>
          </ac:spMkLst>
        </pc:spChg>
        <pc:spChg chg="add mod">
          <ac:chgData name="Piotr Osiński" userId="6e230295-3633-4aa6-892f-b30d1c70922d" providerId="ADAL" clId="{8F7081CA-3FE9-4986-A5D5-95C69023761B}" dt="2026-09-24T15:20:13.529" v="373" actId="1076"/>
          <ac:spMkLst>
            <pc:docMk/>
            <pc:sldMk cId="1886345749" sldId="256"/>
            <ac:spMk id="11" creationId="{BD33E134-0280-6A8E-9E2B-4DF7F608FA90}"/>
          </ac:spMkLst>
        </pc:spChg>
        <pc:spChg chg="add mod">
          <ac:chgData name="Piotr Osiński" userId="6e230295-3633-4aa6-892f-b30d1c70922d" providerId="ADAL" clId="{8F7081CA-3FE9-4986-A5D5-95C69023761B}" dt="2026-09-24T15:19:48.695" v="371" actId="1076"/>
          <ac:spMkLst>
            <pc:docMk/>
            <pc:sldMk cId="1886345749" sldId="256"/>
            <ac:spMk id="12" creationId="{F26F4B9B-B6A2-2974-AA2F-2F1690C0F192}"/>
          </ac:spMkLst>
        </pc:spChg>
        <pc:spChg chg="add mod">
          <ac:chgData name="Piotr Osiński" userId="6e230295-3633-4aa6-892f-b30d1c70922d" providerId="ADAL" clId="{8F7081CA-3FE9-4986-A5D5-95C69023761B}" dt="2026-09-24T15:19:48.695" v="371" actId="1076"/>
          <ac:spMkLst>
            <pc:docMk/>
            <pc:sldMk cId="1886345749" sldId="256"/>
            <ac:spMk id="13" creationId="{CAAC9FE2-5379-B981-6A3F-B4145DCA58B3}"/>
          </ac:spMkLst>
        </pc:spChg>
        <pc:spChg chg="add mod">
          <ac:chgData name="Piotr Osiński" userId="6e230295-3633-4aa6-892f-b30d1c70922d" providerId="ADAL" clId="{8F7081CA-3FE9-4986-A5D5-95C69023761B}" dt="2026-09-24T15:47:14.321" v="670" actId="1076"/>
          <ac:spMkLst>
            <pc:docMk/>
            <pc:sldMk cId="1886345749" sldId="256"/>
            <ac:spMk id="14" creationId="{F48C53CD-3CE4-EAB1-5234-3366F646118B}"/>
          </ac:spMkLst>
        </pc:spChg>
        <pc:spChg chg="add mod">
          <ac:chgData name="Piotr Osiński" userId="6e230295-3633-4aa6-892f-b30d1c70922d" providerId="ADAL" clId="{8F7081CA-3FE9-4986-A5D5-95C69023761B}" dt="2026-09-24T15:19:48.695" v="371" actId="1076"/>
          <ac:spMkLst>
            <pc:docMk/>
            <pc:sldMk cId="1886345749" sldId="256"/>
            <ac:spMk id="15" creationId="{706E2FCD-1C57-DF85-D0BC-1063555C7C20}"/>
          </ac:spMkLst>
        </pc:spChg>
        <pc:spChg chg="add mod">
          <ac:chgData name="Piotr Osiński" userId="6e230295-3633-4aa6-892f-b30d1c70922d" providerId="ADAL" clId="{8F7081CA-3FE9-4986-A5D5-95C69023761B}" dt="2026-09-24T15:19:48.695" v="371" actId="1076"/>
          <ac:spMkLst>
            <pc:docMk/>
            <pc:sldMk cId="1886345749" sldId="256"/>
            <ac:spMk id="16" creationId="{E9728C19-2411-0FF9-F791-74EA0725B6E5}"/>
          </ac:spMkLst>
        </pc:spChg>
        <pc:spChg chg="add mod">
          <ac:chgData name="Piotr Osiński" userId="6e230295-3633-4aa6-892f-b30d1c70922d" providerId="ADAL" clId="{8F7081CA-3FE9-4986-A5D5-95C69023761B}" dt="2026-09-24T15:19:48.695" v="371" actId="1076"/>
          <ac:spMkLst>
            <pc:docMk/>
            <pc:sldMk cId="1886345749" sldId="256"/>
            <ac:spMk id="17" creationId="{A3541DE8-9C06-48E3-D05D-9EC686049F21}"/>
          </ac:spMkLst>
        </pc:spChg>
        <pc:spChg chg="add mod">
          <ac:chgData name="Piotr Osiński" userId="6e230295-3633-4aa6-892f-b30d1c70922d" providerId="ADAL" clId="{8F7081CA-3FE9-4986-A5D5-95C69023761B}" dt="2026-09-24T15:19:48.695" v="371" actId="1076"/>
          <ac:spMkLst>
            <pc:docMk/>
            <pc:sldMk cId="1886345749" sldId="256"/>
            <ac:spMk id="18" creationId="{F8828DAE-7406-F661-A82F-A1160212D69B}"/>
          </ac:spMkLst>
        </pc:spChg>
        <pc:spChg chg="add mod">
          <ac:chgData name="Piotr Osiński" userId="6e230295-3633-4aa6-892f-b30d1c70922d" providerId="ADAL" clId="{8F7081CA-3FE9-4986-A5D5-95C69023761B}" dt="2026-09-24T15:19:48.695" v="371" actId="1076"/>
          <ac:spMkLst>
            <pc:docMk/>
            <pc:sldMk cId="1886345749" sldId="256"/>
            <ac:spMk id="19" creationId="{9D3D0BA0-71C9-DC90-9DD4-A3BCD9717CED}"/>
          </ac:spMkLst>
        </pc:spChg>
        <pc:spChg chg="add mod">
          <ac:chgData name="Piotr Osiński" userId="6e230295-3633-4aa6-892f-b30d1c70922d" providerId="ADAL" clId="{8F7081CA-3FE9-4986-A5D5-95C69023761B}" dt="2026-09-23T15:53:24.423" v="5"/>
          <ac:spMkLst>
            <pc:docMk/>
            <pc:sldMk cId="1886345749" sldId="256"/>
            <ac:spMk id="20" creationId="{ACDFDE5C-7B5E-FDC8-5F6E-982E457D87C9}"/>
          </ac:spMkLst>
        </pc:spChg>
        <pc:spChg chg="add mod">
          <ac:chgData name="Piotr Osiński" userId="6e230295-3633-4aa6-892f-b30d1c70922d" providerId="ADAL" clId="{8F7081CA-3FE9-4986-A5D5-95C69023761B}" dt="2026-09-23T15:53:24.423" v="5"/>
          <ac:spMkLst>
            <pc:docMk/>
            <pc:sldMk cId="1886345749" sldId="256"/>
            <ac:spMk id="21" creationId="{6842BF7C-FC2C-78D6-339B-681064093CA3}"/>
          </ac:spMkLst>
        </pc:spChg>
        <pc:spChg chg="add mod">
          <ac:chgData name="Piotr Osiński" userId="6e230295-3633-4aa6-892f-b30d1c70922d" providerId="ADAL" clId="{8F7081CA-3FE9-4986-A5D5-95C69023761B}" dt="2026-09-23T15:53:24.423" v="5"/>
          <ac:spMkLst>
            <pc:docMk/>
            <pc:sldMk cId="1886345749" sldId="256"/>
            <ac:spMk id="22" creationId="{B8F943AD-7350-946C-CCF6-0D6D2E848C71}"/>
          </ac:spMkLst>
        </pc:spChg>
        <pc:spChg chg="add mod">
          <ac:chgData name="Piotr Osiński" userId="6e230295-3633-4aa6-892f-b30d1c70922d" providerId="ADAL" clId="{8F7081CA-3FE9-4986-A5D5-95C69023761B}" dt="2026-09-23T15:53:24.423" v="5"/>
          <ac:spMkLst>
            <pc:docMk/>
            <pc:sldMk cId="1886345749" sldId="256"/>
            <ac:spMk id="23" creationId="{643BAE97-A5E5-34B0-E97B-38237C19272B}"/>
          </ac:spMkLst>
        </pc:spChg>
        <pc:spChg chg="add mod">
          <ac:chgData name="Piotr Osiński" userId="6e230295-3633-4aa6-892f-b30d1c70922d" providerId="ADAL" clId="{8F7081CA-3FE9-4986-A5D5-95C69023761B}" dt="2026-09-23T15:53:24.423" v="5"/>
          <ac:spMkLst>
            <pc:docMk/>
            <pc:sldMk cId="1886345749" sldId="256"/>
            <ac:spMk id="24" creationId="{E4670CD3-F2E6-E502-35B1-3B549628CF51}"/>
          </ac:spMkLst>
        </pc:spChg>
        <pc:spChg chg="add mod">
          <ac:chgData name="Piotr Osiński" userId="6e230295-3633-4aa6-892f-b30d1c70922d" providerId="ADAL" clId="{8F7081CA-3FE9-4986-A5D5-95C69023761B}" dt="2026-09-23T15:53:24.423" v="5"/>
          <ac:spMkLst>
            <pc:docMk/>
            <pc:sldMk cId="1886345749" sldId="256"/>
            <ac:spMk id="25" creationId="{75485BA8-7BD6-D925-2EB8-13B57D7F497B}"/>
          </ac:spMkLst>
        </pc:spChg>
        <pc:spChg chg="add mod">
          <ac:chgData name="Piotr Osiński" userId="6e230295-3633-4aa6-892f-b30d1c70922d" providerId="ADAL" clId="{8F7081CA-3FE9-4986-A5D5-95C69023761B}" dt="2026-09-23T15:55:13.905" v="6"/>
          <ac:spMkLst>
            <pc:docMk/>
            <pc:sldMk cId="1886345749" sldId="256"/>
            <ac:spMk id="26" creationId="{660BAD67-1B5D-4484-969E-767188DCE45E}"/>
          </ac:spMkLst>
        </pc:spChg>
        <pc:spChg chg="add mod">
          <ac:chgData name="Piotr Osiński" userId="6e230295-3633-4aa6-892f-b30d1c70922d" providerId="ADAL" clId="{8F7081CA-3FE9-4986-A5D5-95C69023761B}" dt="2026-09-23T15:55:13.905" v="6"/>
          <ac:spMkLst>
            <pc:docMk/>
            <pc:sldMk cId="1886345749" sldId="256"/>
            <ac:spMk id="27" creationId="{969874AE-8D00-881F-CADA-3A9E65A54B06}"/>
          </ac:spMkLst>
        </pc:spChg>
        <pc:spChg chg="add mod">
          <ac:chgData name="Piotr Osiński" userId="6e230295-3633-4aa6-892f-b30d1c70922d" providerId="ADAL" clId="{8F7081CA-3FE9-4986-A5D5-95C69023761B}" dt="2026-09-23T15:55:13.905" v="6"/>
          <ac:spMkLst>
            <pc:docMk/>
            <pc:sldMk cId="1886345749" sldId="256"/>
            <ac:spMk id="28" creationId="{5A06A846-307F-B4E1-6D2C-E0087CF42675}"/>
          </ac:spMkLst>
        </pc:spChg>
        <pc:spChg chg="add mod">
          <ac:chgData name="Piotr Osiński" userId="6e230295-3633-4aa6-892f-b30d1c70922d" providerId="ADAL" clId="{8F7081CA-3FE9-4986-A5D5-95C69023761B}" dt="2026-09-23T15:55:13.905" v="6"/>
          <ac:spMkLst>
            <pc:docMk/>
            <pc:sldMk cId="1886345749" sldId="256"/>
            <ac:spMk id="29" creationId="{024CBD72-0C08-6077-56A3-32F9C7D06D1E}"/>
          </ac:spMkLst>
        </pc:spChg>
        <pc:spChg chg="add mod">
          <ac:chgData name="Piotr Osiński" userId="6e230295-3633-4aa6-892f-b30d1c70922d" providerId="ADAL" clId="{8F7081CA-3FE9-4986-A5D5-95C69023761B}" dt="2026-09-23T15:55:13.905" v="6"/>
          <ac:spMkLst>
            <pc:docMk/>
            <pc:sldMk cId="1886345749" sldId="256"/>
            <ac:spMk id="30" creationId="{EA990187-DA19-6C61-F530-3FCBDF3520D7}"/>
          </ac:spMkLst>
        </pc:spChg>
        <pc:spChg chg="add mod">
          <ac:chgData name="Piotr Osiński" userId="6e230295-3633-4aa6-892f-b30d1c70922d" providerId="ADAL" clId="{8F7081CA-3FE9-4986-A5D5-95C69023761B}" dt="2026-09-23T15:55:13.905" v="6"/>
          <ac:spMkLst>
            <pc:docMk/>
            <pc:sldMk cId="1886345749" sldId="256"/>
            <ac:spMk id="31" creationId="{2EB4A90E-7C5C-5360-6C02-2650977DA4A2}"/>
          </ac:spMkLst>
        </pc:spChg>
        <pc:spChg chg="add mod">
          <ac:chgData name="Piotr Osiński" userId="6e230295-3633-4aa6-892f-b30d1c70922d" providerId="ADAL" clId="{8F7081CA-3FE9-4986-A5D5-95C69023761B}" dt="2026-09-23T15:57:40.174" v="7"/>
          <ac:spMkLst>
            <pc:docMk/>
            <pc:sldMk cId="1886345749" sldId="256"/>
            <ac:spMk id="32" creationId="{12008074-961A-284A-6800-3B42A624A816}"/>
          </ac:spMkLst>
        </pc:spChg>
        <pc:spChg chg="add mod">
          <ac:chgData name="Piotr Osiński" userId="6e230295-3633-4aa6-892f-b30d1c70922d" providerId="ADAL" clId="{8F7081CA-3FE9-4986-A5D5-95C69023761B}" dt="2026-09-23T15:57:40.174" v="7"/>
          <ac:spMkLst>
            <pc:docMk/>
            <pc:sldMk cId="1886345749" sldId="256"/>
            <ac:spMk id="33" creationId="{011D7AAA-B764-29AA-9FA2-F379478F66AC}"/>
          </ac:spMkLst>
        </pc:spChg>
        <pc:spChg chg="add mod">
          <ac:chgData name="Piotr Osiński" userId="6e230295-3633-4aa6-892f-b30d1c70922d" providerId="ADAL" clId="{8F7081CA-3FE9-4986-A5D5-95C69023761B}" dt="2026-09-23T15:57:40.174" v="7"/>
          <ac:spMkLst>
            <pc:docMk/>
            <pc:sldMk cId="1886345749" sldId="256"/>
            <ac:spMk id="34" creationId="{8A9EE20C-6DE4-D3E3-3AF7-0007F18514F2}"/>
          </ac:spMkLst>
        </pc:spChg>
        <pc:spChg chg="add mod">
          <ac:chgData name="Piotr Osiński" userId="6e230295-3633-4aa6-892f-b30d1c70922d" providerId="ADAL" clId="{8F7081CA-3FE9-4986-A5D5-95C69023761B}" dt="2026-09-23T15:57:52.561" v="8"/>
          <ac:spMkLst>
            <pc:docMk/>
            <pc:sldMk cId="1886345749" sldId="256"/>
            <ac:spMk id="35" creationId="{62692F02-F919-B0DF-6EC3-817BDF96D734}"/>
          </ac:spMkLst>
        </pc:spChg>
        <pc:spChg chg="add mod">
          <ac:chgData name="Piotr Osiński" userId="6e230295-3633-4aa6-892f-b30d1c70922d" providerId="ADAL" clId="{8F7081CA-3FE9-4986-A5D5-95C69023761B}" dt="2026-09-23T15:57:52.561" v="8"/>
          <ac:spMkLst>
            <pc:docMk/>
            <pc:sldMk cId="1886345749" sldId="256"/>
            <ac:spMk id="36" creationId="{F2D9B8A6-5CA7-B19F-C2BD-569E5E705E18}"/>
          </ac:spMkLst>
        </pc:spChg>
        <pc:spChg chg="add mod">
          <ac:chgData name="Piotr Osiński" userId="6e230295-3633-4aa6-892f-b30d1c70922d" providerId="ADAL" clId="{8F7081CA-3FE9-4986-A5D5-95C69023761B}" dt="2026-09-24T15:47:14.321" v="670" actId="1076"/>
          <ac:spMkLst>
            <pc:docMk/>
            <pc:sldMk cId="1886345749" sldId="256"/>
            <ac:spMk id="37" creationId="{0D15BD42-73FD-E21F-67F9-62262B77BDBB}"/>
          </ac:spMkLst>
        </pc:spChg>
        <pc:spChg chg="add mod">
          <ac:chgData name="Piotr Osiński" userId="6e230295-3633-4aa6-892f-b30d1c70922d" providerId="ADAL" clId="{8F7081CA-3FE9-4986-A5D5-95C69023761B}" dt="2026-09-24T14:43:51.082" v="136" actId="1076"/>
          <ac:spMkLst>
            <pc:docMk/>
            <pc:sldMk cId="1886345749" sldId="256"/>
            <ac:spMk id="38" creationId="{7FEFBC50-AD55-1924-8025-FF424AE7BB49}"/>
          </ac:spMkLst>
        </pc:spChg>
        <pc:spChg chg="add mod">
          <ac:chgData name="Piotr Osiński" userId="6e230295-3633-4aa6-892f-b30d1c70922d" providerId="ADAL" clId="{8F7081CA-3FE9-4986-A5D5-95C69023761B}" dt="2026-09-24T15:47:14.321" v="670" actId="1076"/>
          <ac:spMkLst>
            <pc:docMk/>
            <pc:sldMk cId="1886345749" sldId="256"/>
            <ac:spMk id="39" creationId="{5753372B-96EB-4C66-4D0B-3B8AD1DB652E}"/>
          </ac:spMkLst>
        </pc:spChg>
        <pc:spChg chg="add mod">
          <ac:chgData name="Piotr Osiński" userId="6e230295-3633-4aa6-892f-b30d1c70922d" providerId="ADAL" clId="{8F7081CA-3FE9-4986-A5D5-95C69023761B}" dt="2026-09-24T14:45:59.698" v="159" actId="255"/>
          <ac:spMkLst>
            <pc:docMk/>
            <pc:sldMk cId="1886345749" sldId="256"/>
            <ac:spMk id="41" creationId="{68529C8F-56B4-CA2E-C6D8-786B90D811FF}"/>
          </ac:spMkLst>
        </pc:spChg>
        <pc:spChg chg="add del mod">
          <ac:chgData name="Piotr Osiński" userId="6e230295-3633-4aa6-892f-b30d1c70922d" providerId="ADAL" clId="{8F7081CA-3FE9-4986-A5D5-95C69023761B}" dt="2026-09-24T14:45:06.967" v="149" actId="478"/>
          <ac:spMkLst>
            <pc:docMk/>
            <pc:sldMk cId="1886345749" sldId="256"/>
            <ac:spMk id="42" creationId="{4648D552-24AA-C9C0-0867-8157BE6C9BFA}"/>
          </ac:spMkLst>
        </pc:spChg>
        <pc:spChg chg="add mod">
          <ac:chgData name="Piotr Osiński" userId="6e230295-3633-4aa6-892f-b30d1c70922d" providerId="ADAL" clId="{8F7081CA-3FE9-4986-A5D5-95C69023761B}" dt="2026-09-24T14:46:05.568" v="161" actId="255"/>
          <ac:spMkLst>
            <pc:docMk/>
            <pc:sldMk cId="1886345749" sldId="256"/>
            <ac:spMk id="43" creationId="{2CD41D6D-4CD5-7C3D-D53A-8DCDF59FA9F2}"/>
          </ac:spMkLst>
        </pc:spChg>
        <pc:spChg chg="add mod">
          <ac:chgData name="Piotr Osiński" userId="6e230295-3633-4aa6-892f-b30d1c70922d" providerId="ADAL" clId="{8F7081CA-3FE9-4986-A5D5-95C69023761B}" dt="2026-09-24T15:47:14.321" v="670" actId="1076"/>
          <ac:spMkLst>
            <pc:docMk/>
            <pc:sldMk cId="1886345749" sldId="256"/>
            <ac:spMk id="49" creationId="{FD09AA8C-23D0-9E4E-9661-FF3B1134E7EE}"/>
          </ac:spMkLst>
        </pc:spChg>
        <pc:spChg chg="add mod">
          <ac:chgData name="Piotr Osiński" userId="6e230295-3633-4aa6-892f-b30d1c70922d" providerId="ADAL" clId="{8F7081CA-3FE9-4986-A5D5-95C69023761B}" dt="2026-09-24T14:47:08.177" v="172" actId="1076"/>
          <ac:spMkLst>
            <pc:docMk/>
            <pc:sldMk cId="1886345749" sldId="256"/>
            <ac:spMk id="51" creationId="{0948C553-ED58-24CB-AA6E-683C1DFD9A26}"/>
          </ac:spMkLst>
        </pc:spChg>
        <pc:spChg chg="add mod">
          <ac:chgData name="Piotr Osiński" userId="6e230295-3633-4aa6-892f-b30d1c70922d" providerId="ADAL" clId="{8F7081CA-3FE9-4986-A5D5-95C69023761B}" dt="2026-09-23T16:07:05.059" v="16" actId="767"/>
          <ac:spMkLst>
            <pc:docMk/>
            <pc:sldMk cId="1886345749" sldId="256"/>
            <ac:spMk id="55" creationId="{F649850C-2F6D-42AD-CD8F-FF07391E988D}"/>
          </ac:spMkLst>
        </pc:spChg>
        <pc:spChg chg="add mod">
          <ac:chgData name="Piotr Osiński" userId="6e230295-3633-4aa6-892f-b30d1c70922d" providerId="ADAL" clId="{8F7081CA-3FE9-4986-A5D5-95C69023761B}" dt="2026-09-23T16:08:46.654" v="17"/>
          <ac:spMkLst>
            <pc:docMk/>
            <pc:sldMk cId="1886345749" sldId="256"/>
            <ac:spMk id="56" creationId="{5F595431-2812-4425-3B75-49B2F6E717FA}"/>
          </ac:spMkLst>
        </pc:spChg>
        <pc:spChg chg="add mod">
          <ac:chgData name="Piotr Osiński" userId="6e230295-3633-4aa6-892f-b30d1c70922d" providerId="ADAL" clId="{8F7081CA-3FE9-4986-A5D5-95C69023761B}" dt="2026-09-23T16:09:51.107" v="18"/>
          <ac:spMkLst>
            <pc:docMk/>
            <pc:sldMk cId="1886345749" sldId="256"/>
            <ac:spMk id="57" creationId="{B0EDDEE1-8D02-BF5F-5EC5-FCD4659CEA6F}"/>
          </ac:spMkLst>
        </pc:spChg>
        <pc:spChg chg="add mod">
          <ac:chgData name="Piotr Osiński" userId="6e230295-3633-4aa6-892f-b30d1c70922d" providerId="ADAL" clId="{8F7081CA-3FE9-4986-A5D5-95C69023761B}" dt="2026-09-24T15:10:17.917" v="286" actId="1076"/>
          <ac:spMkLst>
            <pc:docMk/>
            <pc:sldMk cId="1886345749" sldId="256"/>
            <ac:spMk id="58" creationId="{A112CCC9-D4A8-0416-0D98-AF300CF04524}"/>
          </ac:spMkLst>
        </pc:spChg>
        <pc:spChg chg="add mod">
          <ac:chgData name="Piotr Osiński" userId="6e230295-3633-4aa6-892f-b30d1c70922d" providerId="ADAL" clId="{8F7081CA-3FE9-4986-A5D5-95C69023761B}" dt="2026-09-23T16:11:47.677" v="20"/>
          <ac:spMkLst>
            <pc:docMk/>
            <pc:sldMk cId="1886345749" sldId="256"/>
            <ac:spMk id="59" creationId="{09CB8C68-AD59-0486-5671-D1E4EFF48E25}"/>
          </ac:spMkLst>
        </pc:spChg>
        <pc:spChg chg="add mod">
          <ac:chgData name="Piotr Osiński" userId="6e230295-3633-4aa6-892f-b30d1c70922d" providerId="ADAL" clId="{8F7081CA-3FE9-4986-A5D5-95C69023761B}" dt="2026-09-23T16:12:15.049" v="21"/>
          <ac:spMkLst>
            <pc:docMk/>
            <pc:sldMk cId="1886345749" sldId="256"/>
            <ac:spMk id="60" creationId="{E567DAD5-040E-AE84-9A52-CE488420FC6B}"/>
          </ac:spMkLst>
        </pc:spChg>
        <pc:spChg chg="add mod">
          <ac:chgData name="Piotr Osiński" userId="6e230295-3633-4aa6-892f-b30d1c70922d" providerId="ADAL" clId="{8F7081CA-3FE9-4986-A5D5-95C69023761B}" dt="2026-09-24T15:28:30.240" v="451" actId="1076"/>
          <ac:spMkLst>
            <pc:docMk/>
            <pc:sldMk cId="1886345749" sldId="256"/>
            <ac:spMk id="75" creationId="{48420439-744C-DFC1-7C0B-C5F81AC3C51B}"/>
          </ac:spMkLst>
        </pc:spChg>
        <pc:spChg chg="add mod">
          <ac:chgData name="Piotr Osiński" userId="6e230295-3633-4aa6-892f-b30d1c70922d" providerId="ADAL" clId="{8F7081CA-3FE9-4986-A5D5-95C69023761B}" dt="2026-09-24T15:28:38.302" v="454" actId="1076"/>
          <ac:spMkLst>
            <pc:docMk/>
            <pc:sldMk cId="1886345749" sldId="256"/>
            <ac:spMk id="76" creationId="{6F4F57EE-443D-1AEC-88E7-DCAEFEB16F55}"/>
          </ac:spMkLst>
        </pc:spChg>
        <pc:spChg chg="add mod">
          <ac:chgData name="Piotr Osiński" userId="6e230295-3633-4aa6-892f-b30d1c70922d" providerId="ADAL" clId="{8F7081CA-3FE9-4986-A5D5-95C69023761B}" dt="2026-09-23T16:21:42.032" v="29"/>
          <ac:spMkLst>
            <pc:docMk/>
            <pc:sldMk cId="1886345749" sldId="256"/>
            <ac:spMk id="77" creationId="{D4B40223-91B3-FCA2-92D1-80F012864D13}"/>
          </ac:spMkLst>
        </pc:spChg>
        <pc:spChg chg="add mod">
          <ac:chgData name="Piotr Osiński" userId="6e230295-3633-4aa6-892f-b30d1c70922d" providerId="ADAL" clId="{8F7081CA-3FE9-4986-A5D5-95C69023761B}" dt="2026-09-23T16:23:22.379" v="30"/>
          <ac:spMkLst>
            <pc:docMk/>
            <pc:sldMk cId="1886345749" sldId="256"/>
            <ac:spMk id="78" creationId="{7E9F0781-7C5D-D850-F921-5D2487039E5D}"/>
          </ac:spMkLst>
        </pc:spChg>
        <pc:spChg chg="add mod">
          <ac:chgData name="Piotr Osiński" userId="6e230295-3633-4aa6-892f-b30d1c70922d" providerId="ADAL" clId="{8F7081CA-3FE9-4986-A5D5-95C69023761B}" dt="2026-09-24T14:38:02.578" v="83" actId="14100"/>
          <ac:spMkLst>
            <pc:docMk/>
            <pc:sldMk cId="1886345749" sldId="256"/>
            <ac:spMk id="82" creationId="{94F5AF0F-209D-E601-BBAB-D6C51DA13B03}"/>
          </ac:spMkLst>
        </pc:spChg>
        <pc:spChg chg="add mod">
          <ac:chgData name="Piotr Osiński" userId="6e230295-3633-4aa6-892f-b30d1c70922d" providerId="ADAL" clId="{8F7081CA-3FE9-4986-A5D5-95C69023761B}" dt="2026-09-24T14:37:58.786" v="82" actId="14100"/>
          <ac:spMkLst>
            <pc:docMk/>
            <pc:sldMk cId="1886345749" sldId="256"/>
            <ac:spMk id="83" creationId="{0B5A09B0-A01C-1539-E71B-246F5FF2C204}"/>
          </ac:spMkLst>
        </pc:spChg>
        <pc:spChg chg="add mod">
          <ac:chgData name="Piotr Osiński" userId="6e230295-3633-4aa6-892f-b30d1c70922d" providerId="ADAL" clId="{8F7081CA-3FE9-4986-A5D5-95C69023761B}" dt="2026-09-23T16:28:11.231" v="34"/>
          <ac:spMkLst>
            <pc:docMk/>
            <pc:sldMk cId="1886345749" sldId="256"/>
            <ac:spMk id="88" creationId="{90F1F702-9351-CA7D-7EDA-4E9E98D187BF}"/>
          </ac:spMkLst>
        </pc:spChg>
        <pc:spChg chg="add mod">
          <ac:chgData name="Piotr Osiński" userId="6e230295-3633-4aa6-892f-b30d1c70922d" providerId="ADAL" clId="{8F7081CA-3FE9-4986-A5D5-95C69023761B}" dt="2026-09-24T14:38:42.338" v="89" actId="14100"/>
          <ac:spMkLst>
            <pc:docMk/>
            <pc:sldMk cId="1886345749" sldId="256"/>
            <ac:spMk id="89" creationId="{C21C6469-DCEB-C878-7D8E-A1199345CC29}"/>
          </ac:spMkLst>
        </pc:spChg>
        <pc:spChg chg="add mod">
          <ac:chgData name="Piotr Osiński" userId="6e230295-3633-4aa6-892f-b30d1c70922d" providerId="ADAL" clId="{8F7081CA-3FE9-4986-A5D5-95C69023761B}" dt="2026-09-23T16:29:19.599" v="36"/>
          <ac:spMkLst>
            <pc:docMk/>
            <pc:sldMk cId="1886345749" sldId="256"/>
            <ac:spMk id="90" creationId="{0D4E5288-F6AA-49C0-DC3C-17DC82E02DF2}"/>
          </ac:spMkLst>
        </pc:spChg>
        <pc:spChg chg="add mod">
          <ac:chgData name="Piotr Osiński" userId="6e230295-3633-4aa6-892f-b30d1c70922d" providerId="ADAL" clId="{8F7081CA-3FE9-4986-A5D5-95C69023761B}" dt="2026-09-23T16:29:47.051" v="37"/>
          <ac:spMkLst>
            <pc:docMk/>
            <pc:sldMk cId="1886345749" sldId="256"/>
            <ac:spMk id="91" creationId="{A109C736-E8E6-D053-59D6-D4560FFC8BC9}"/>
          </ac:spMkLst>
        </pc:spChg>
        <pc:spChg chg="mod topLvl">
          <ac:chgData name="Piotr Osiński" userId="6e230295-3633-4aa6-892f-b30d1c70922d" providerId="ADAL" clId="{8F7081CA-3FE9-4986-A5D5-95C69023761B}" dt="2026-09-23T16:41:54.091" v="45" actId="164"/>
          <ac:spMkLst>
            <pc:docMk/>
            <pc:sldMk cId="1886345749" sldId="256"/>
            <ac:spMk id="99" creationId="{1DA40801-9D93-D967-29E7-52AA53417EE8}"/>
          </ac:spMkLst>
        </pc:spChg>
        <pc:spChg chg="mod">
          <ac:chgData name="Piotr Osiński" userId="6e230295-3633-4aa6-892f-b30d1c70922d" providerId="ADAL" clId="{8F7081CA-3FE9-4986-A5D5-95C69023761B}" dt="2026-09-23T16:37:19.163" v="40" actId="164"/>
          <ac:spMkLst>
            <pc:docMk/>
            <pc:sldMk cId="1886345749" sldId="256"/>
            <ac:spMk id="103" creationId="{4802428F-D9B0-89DB-0F2F-F5F7408AB60D}"/>
          </ac:spMkLst>
        </pc:spChg>
        <pc:spChg chg="add mod topLvl">
          <ac:chgData name="Piotr Osiński" userId="6e230295-3633-4aa6-892f-b30d1c70922d" providerId="ADAL" clId="{8F7081CA-3FE9-4986-A5D5-95C69023761B}" dt="2026-09-23T17:25:41.074" v="74" actId="164"/>
          <ac:spMkLst>
            <pc:docMk/>
            <pc:sldMk cId="1886345749" sldId="256"/>
            <ac:spMk id="112" creationId="{9D1CB7C7-1AE9-D2DD-3D83-2508CA048147}"/>
          </ac:spMkLst>
        </pc:spChg>
        <pc:spChg chg="add mod">
          <ac:chgData name="Piotr Osiński" userId="6e230295-3633-4aa6-892f-b30d1c70922d" providerId="ADAL" clId="{8F7081CA-3FE9-4986-A5D5-95C69023761B}" dt="2026-09-23T17:02:00.287" v="56"/>
          <ac:spMkLst>
            <pc:docMk/>
            <pc:sldMk cId="1886345749" sldId="256"/>
            <ac:spMk id="127" creationId="{5E1F5D28-3E2A-1EB4-0A07-23B5C2DC4B0B}"/>
          </ac:spMkLst>
        </pc:spChg>
        <pc:spChg chg="add mod">
          <ac:chgData name="Piotr Osiński" userId="6e230295-3633-4aa6-892f-b30d1c70922d" providerId="ADAL" clId="{8F7081CA-3FE9-4986-A5D5-95C69023761B}" dt="2026-09-23T17:10:28.762" v="58"/>
          <ac:spMkLst>
            <pc:docMk/>
            <pc:sldMk cId="1886345749" sldId="256"/>
            <ac:spMk id="133" creationId="{0990DB3D-615C-097C-A071-3C9EF5B20CDE}"/>
          </ac:spMkLst>
        </pc:spChg>
        <pc:spChg chg="add mod">
          <ac:chgData name="Piotr Osiński" userId="6e230295-3633-4aa6-892f-b30d1c70922d" providerId="ADAL" clId="{8F7081CA-3FE9-4986-A5D5-95C69023761B}" dt="2026-09-24T14:38:48.687" v="90" actId="14100"/>
          <ac:spMkLst>
            <pc:docMk/>
            <pc:sldMk cId="1886345749" sldId="256"/>
            <ac:spMk id="134" creationId="{226944A5-24ED-493D-E6EC-D4B3224D87F4}"/>
          </ac:spMkLst>
        </pc:spChg>
        <pc:spChg chg="mod">
          <ac:chgData name="Piotr Osiński" userId="6e230295-3633-4aa6-892f-b30d1c70922d" providerId="ADAL" clId="{8F7081CA-3FE9-4986-A5D5-95C69023761B}" dt="2026-09-23T17:21:30.139" v="63"/>
          <ac:spMkLst>
            <pc:docMk/>
            <pc:sldMk cId="1886345749" sldId="256"/>
            <ac:spMk id="140" creationId="{13558525-E7CF-62C7-A3F1-826C2553DC10}"/>
          </ac:spMkLst>
        </pc:spChg>
        <pc:spChg chg="mod topLvl">
          <ac:chgData name="Piotr Osiński" userId="6e230295-3633-4aa6-892f-b30d1c70922d" providerId="ADAL" clId="{8F7081CA-3FE9-4986-A5D5-95C69023761B}" dt="2026-09-23T17:24:00.114" v="68" actId="164"/>
          <ac:spMkLst>
            <pc:docMk/>
            <pc:sldMk cId="1886345749" sldId="256"/>
            <ac:spMk id="143" creationId="{6C887C3D-9D36-F57B-C9CD-B4B121FE7A9B}"/>
          </ac:spMkLst>
        </pc:spChg>
        <pc:spChg chg="add mod">
          <ac:chgData name="Piotr Osiński" userId="6e230295-3633-4aa6-892f-b30d1c70922d" providerId="ADAL" clId="{8F7081CA-3FE9-4986-A5D5-95C69023761B}" dt="2026-09-23T17:25:21.919" v="71" actId="164"/>
          <ac:spMkLst>
            <pc:docMk/>
            <pc:sldMk cId="1886345749" sldId="256"/>
            <ac:spMk id="147" creationId="{BC5928F1-C13D-870B-0F97-D7B7807E4FA0}"/>
          </ac:spMkLst>
        </pc:spChg>
        <pc:spChg chg="mod ord topLvl">
          <ac:chgData name="Piotr Osiński" userId="6e230295-3633-4aa6-892f-b30d1c70922d" providerId="ADAL" clId="{8F7081CA-3FE9-4986-A5D5-95C69023761B}" dt="2026-09-24T15:13:16.423" v="322" actId="1076"/>
          <ac:spMkLst>
            <pc:docMk/>
            <pc:sldMk cId="1886345749" sldId="256"/>
            <ac:spMk id="156" creationId="{0EE21DAC-AB06-4AB5-1AF4-844EB3D672C8}"/>
          </ac:spMkLst>
        </pc:spChg>
        <pc:spChg chg="mod">
          <ac:chgData name="Piotr Osiński" userId="6e230295-3633-4aa6-892f-b30d1c70922d" providerId="ADAL" clId="{8F7081CA-3FE9-4986-A5D5-95C69023761B}" dt="2026-09-24T14:38:29.826" v="88" actId="1076"/>
          <ac:spMkLst>
            <pc:docMk/>
            <pc:sldMk cId="1886345749" sldId="256"/>
            <ac:spMk id="160" creationId="{A5E5030E-2AC9-AEB5-9CA4-00EC908FB25A}"/>
          </ac:spMkLst>
        </pc:spChg>
        <pc:spChg chg="add mod ord">
          <ac:chgData name="Piotr Osiński" userId="6e230295-3633-4aa6-892f-b30d1c70922d" providerId="ADAL" clId="{8F7081CA-3FE9-4986-A5D5-95C69023761B}" dt="2026-09-24T15:11:56.592" v="309" actId="171"/>
          <ac:spMkLst>
            <pc:docMk/>
            <pc:sldMk cId="1886345749" sldId="256"/>
            <ac:spMk id="181" creationId="{7A51F7AE-7D23-694E-1CD5-A80CE57403A2}"/>
          </ac:spMkLst>
        </pc:spChg>
        <pc:spChg chg="add mod">
          <ac:chgData name="Piotr Osiński" userId="6e230295-3633-4aa6-892f-b30d1c70922d" providerId="ADAL" clId="{8F7081CA-3FE9-4986-A5D5-95C69023761B}" dt="2026-09-24T15:26:53.751" v="435" actId="1076"/>
          <ac:spMkLst>
            <pc:docMk/>
            <pc:sldMk cId="1886345749" sldId="256"/>
            <ac:spMk id="194" creationId="{13694BDC-952D-689A-409A-3D6DB9F46787}"/>
          </ac:spMkLst>
        </pc:spChg>
        <pc:spChg chg="add mod">
          <ac:chgData name="Piotr Osiński" userId="6e230295-3633-4aa6-892f-b30d1c70922d" providerId="ADAL" clId="{8F7081CA-3FE9-4986-A5D5-95C69023761B}" dt="2026-09-24T15:26:59.586" v="436" actId="1076"/>
          <ac:spMkLst>
            <pc:docMk/>
            <pc:sldMk cId="1886345749" sldId="256"/>
            <ac:spMk id="195" creationId="{AFED2EA4-1F5C-29DD-6FD3-BD1E16EBB4D7}"/>
          </ac:spMkLst>
        </pc:spChg>
        <pc:spChg chg="add mod">
          <ac:chgData name="Piotr Osiński" userId="6e230295-3633-4aa6-892f-b30d1c70922d" providerId="ADAL" clId="{8F7081CA-3FE9-4986-A5D5-95C69023761B}" dt="2026-09-24T15:23:49.938" v="399" actId="20577"/>
          <ac:spMkLst>
            <pc:docMk/>
            <pc:sldMk cId="1886345749" sldId="256"/>
            <ac:spMk id="196" creationId="{5981F46C-6F60-C8BF-3010-F3D26352B1C4}"/>
          </ac:spMkLst>
        </pc:spChg>
        <pc:spChg chg="add mod">
          <ac:chgData name="Piotr Osiński" userId="6e230295-3633-4aa6-892f-b30d1c70922d" providerId="ADAL" clId="{8F7081CA-3FE9-4986-A5D5-95C69023761B}" dt="2026-09-24T15:24:00.351" v="403" actId="20577"/>
          <ac:spMkLst>
            <pc:docMk/>
            <pc:sldMk cId="1886345749" sldId="256"/>
            <ac:spMk id="197" creationId="{CC6CD396-4AA6-C8CF-7221-9631B6B2166A}"/>
          </ac:spMkLst>
        </pc:spChg>
        <pc:spChg chg="add mod">
          <ac:chgData name="Piotr Osiński" userId="6e230295-3633-4aa6-892f-b30d1c70922d" providerId="ADAL" clId="{8F7081CA-3FE9-4986-A5D5-95C69023761B}" dt="2026-09-24T15:24:31.013" v="407" actId="20577"/>
          <ac:spMkLst>
            <pc:docMk/>
            <pc:sldMk cId="1886345749" sldId="256"/>
            <ac:spMk id="198" creationId="{E54682C7-3AAF-6004-DBB3-EC8A4D29F4E7}"/>
          </ac:spMkLst>
        </pc:spChg>
        <pc:spChg chg="add mod">
          <ac:chgData name="Piotr Osiński" userId="6e230295-3633-4aa6-892f-b30d1c70922d" providerId="ADAL" clId="{8F7081CA-3FE9-4986-A5D5-95C69023761B}" dt="2026-09-24T15:47:14.321" v="670" actId="1076"/>
          <ac:spMkLst>
            <pc:docMk/>
            <pc:sldMk cId="1886345749" sldId="256"/>
            <ac:spMk id="199" creationId="{4EE2685E-7FDB-FDDA-D2C6-890BA39264C4}"/>
          </ac:spMkLst>
        </pc:spChg>
        <pc:spChg chg="add mod">
          <ac:chgData name="Piotr Osiński" userId="6e230295-3633-4aa6-892f-b30d1c70922d" providerId="ADAL" clId="{8F7081CA-3FE9-4986-A5D5-95C69023761B}" dt="2026-09-24T15:25:07.964" v="417" actId="20577"/>
          <ac:spMkLst>
            <pc:docMk/>
            <pc:sldMk cId="1886345749" sldId="256"/>
            <ac:spMk id="200" creationId="{171F576E-CCFE-72FB-28B0-771E12AF5213}"/>
          </ac:spMkLst>
        </pc:spChg>
        <pc:spChg chg="add mod">
          <ac:chgData name="Piotr Osiński" userId="6e230295-3633-4aa6-892f-b30d1c70922d" providerId="ADAL" clId="{8F7081CA-3FE9-4986-A5D5-95C69023761B}" dt="2026-09-24T15:25:15.790" v="421" actId="20577"/>
          <ac:spMkLst>
            <pc:docMk/>
            <pc:sldMk cId="1886345749" sldId="256"/>
            <ac:spMk id="201" creationId="{3CE53C00-53B1-39AE-B9C1-8B4E5C8FFE17}"/>
          </ac:spMkLst>
        </pc:spChg>
        <pc:spChg chg="add mod">
          <ac:chgData name="Piotr Osiński" userId="6e230295-3633-4aa6-892f-b30d1c70922d" providerId="ADAL" clId="{8F7081CA-3FE9-4986-A5D5-95C69023761B}" dt="2026-09-24T15:25:35.068" v="425" actId="20577"/>
          <ac:spMkLst>
            <pc:docMk/>
            <pc:sldMk cId="1886345749" sldId="256"/>
            <ac:spMk id="202" creationId="{D01E0839-69CE-CD10-7C97-75685E63D147}"/>
          </ac:spMkLst>
        </pc:spChg>
        <pc:spChg chg="add mod">
          <ac:chgData name="Piotr Osiński" userId="6e230295-3633-4aa6-892f-b30d1c70922d" providerId="ADAL" clId="{8F7081CA-3FE9-4986-A5D5-95C69023761B}" dt="2026-09-24T15:47:14.321" v="670" actId="1076"/>
          <ac:spMkLst>
            <pc:docMk/>
            <pc:sldMk cId="1886345749" sldId="256"/>
            <ac:spMk id="203" creationId="{CE68E66A-2F91-8318-EE03-B77BC93574F0}"/>
          </ac:spMkLst>
        </pc:spChg>
        <pc:spChg chg="add mod">
          <ac:chgData name="Piotr Osiński" userId="6e230295-3633-4aa6-892f-b30d1c70922d" providerId="ADAL" clId="{8F7081CA-3FE9-4986-A5D5-95C69023761B}" dt="2026-09-24T15:26:00.051" v="431" actId="20577"/>
          <ac:spMkLst>
            <pc:docMk/>
            <pc:sldMk cId="1886345749" sldId="256"/>
            <ac:spMk id="204" creationId="{4AA12C38-D86C-D9FB-476D-1F6EBCCBF737}"/>
          </ac:spMkLst>
        </pc:spChg>
        <pc:spChg chg="add mod">
          <ac:chgData name="Piotr Osiński" userId="6e230295-3633-4aa6-892f-b30d1c70922d" providerId="ADAL" clId="{8F7081CA-3FE9-4986-A5D5-95C69023761B}" dt="2026-09-24T15:26:01.629" v="433" actId="20577"/>
          <ac:spMkLst>
            <pc:docMk/>
            <pc:sldMk cId="1886345749" sldId="256"/>
            <ac:spMk id="205" creationId="{EBE5431D-6894-11D3-798E-F8E6B94F23D0}"/>
          </ac:spMkLst>
        </pc:spChg>
        <pc:spChg chg="add mod">
          <ac:chgData name="Piotr Osiński" userId="6e230295-3633-4aa6-892f-b30d1c70922d" providerId="ADAL" clId="{8F7081CA-3FE9-4986-A5D5-95C69023761B}" dt="2026-09-24T15:28:06.436" v="444" actId="1076"/>
          <ac:spMkLst>
            <pc:docMk/>
            <pc:sldMk cId="1886345749" sldId="256"/>
            <ac:spMk id="206" creationId="{F793DC07-4C17-16F4-F22A-2C7F6A6CB721}"/>
          </ac:spMkLst>
        </pc:spChg>
        <pc:spChg chg="add mod">
          <ac:chgData name="Piotr Osiński" userId="6e230295-3633-4aa6-892f-b30d1c70922d" providerId="ADAL" clId="{8F7081CA-3FE9-4986-A5D5-95C69023761B}" dt="2026-09-24T15:28:18.325" v="448" actId="20577"/>
          <ac:spMkLst>
            <pc:docMk/>
            <pc:sldMk cId="1886345749" sldId="256"/>
            <ac:spMk id="207" creationId="{6713417A-330F-7A82-CA32-FE670CF46269}"/>
          </ac:spMkLst>
        </pc:spChg>
        <pc:spChg chg="add mod">
          <ac:chgData name="Piotr Osiński" userId="6e230295-3633-4aa6-892f-b30d1c70922d" providerId="ADAL" clId="{8F7081CA-3FE9-4986-A5D5-95C69023761B}" dt="2026-09-24T15:28:52.954" v="458" actId="20577"/>
          <ac:spMkLst>
            <pc:docMk/>
            <pc:sldMk cId="1886345749" sldId="256"/>
            <ac:spMk id="208" creationId="{E29101EC-9FB3-F78D-F918-56A990F70257}"/>
          </ac:spMkLst>
        </pc:spChg>
        <pc:spChg chg="add mod">
          <ac:chgData name="Piotr Osiński" userId="6e230295-3633-4aa6-892f-b30d1c70922d" providerId="ADAL" clId="{8F7081CA-3FE9-4986-A5D5-95C69023761B}" dt="2026-09-24T15:29:02.191" v="462" actId="20577"/>
          <ac:spMkLst>
            <pc:docMk/>
            <pc:sldMk cId="1886345749" sldId="256"/>
            <ac:spMk id="209" creationId="{71641230-0A48-BDFE-E7C4-D1F41D3F1CE6}"/>
          </ac:spMkLst>
        </pc:spChg>
        <pc:spChg chg="add mod">
          <ac:chgData name="Piotr Osiński" userId="6e230295-3633-4aa6-892f-b30d1c70922d" providerId="ADAL" clId="{8F7081CA-3FE9-4986-A5D5-95C69023761B}" dt="2026-09-24T15:29:41.706" v="467" actId="20577"/>
          <ac:spMkLst>
            <pc:docMk/>
            <pc:sldMk cId="1886345749" sldId="256"/>
            <ac:spMk id="210" creationId="{23BFD783-3504-2D47-55CA-47CAABD1D81C}"/>
          </ac:spMkLst>
        </pc:spChg>
        <pc:spChg chg="add mod">
          <ac:chgData name="Piotr Osiński" userId="6e230295-3633-4aa6-892f-b30d1c70922d" providerId="ADAL" clId="{8F7081CA-3FE9-4986-A5D5-95C69023761B}" dt="2026-09-24T15:30:01.673" v="475" actId="20577"/>
          <ac:spMkLst>
            <pc:docMk/>
            <pc:sldMk cId="1886345749" sldId="256"/>
            <ac:spMk id="211" creationId="{D1A27D7B-3209-C518-A257-029E6FA834D6}"/>
          </ac:spMkLst>
        </pc:spChg>
        <pc:spChg chg="add mod">
          <ac:chgData name="Piotr Osiński" userId="6e230295-3633-4aa6-892f-b30d1c70922d" providerId="ADAL" clId="{8F7081CA-3FE9-4986-A5D5-95C69023761B}" dt="2026-09-24T15:30:03.296" v="477" actId="20577"/>
          <ac:spMkLst>
            <pc:docMk/>
            <pc:sldMk cId="1886345749" sldId="256"/>
            <ac:spMk id="212" creationId="{4F4B5980-E67B-4A4D-A7BA-08200B5651D5}"/>
          </ac:spMkLst>
        </pc:spChg>
        <pc:spChg chg="add mod">
          <ac:chgData name="Piotr Osiński" userId="6e230295-3633-4aa6-892f-b30d1c70922d" providerId="ADAL" clId="{8F7081CA-3FE9-4986-A5D5-95C69023761B}" dt="2026-09-24T15:30:28.515" v="483" actId="20577"/>
          <ac:spMkLst>
            <pc:docMk/>
            <pc:sldMk cId="1886345749" sldId="256"/>
            <ac:spMk id="214" creationId="{234727D4-43C8-ED5C-6EC8-B89C8A60E248}"/>
          </ac:spMkLst>
        </pc:spChg>
        <pc:spChg chg="add mod">
          <ac:chgData name="Piotr Osiński" userId="6e230295-3633-4aa6-892f-b30d1c70922d" providerId="ADAL" clId="{8F7081CA-3FE9-4986-A5D5-95C69023761B}" dt="2026-09-24T15:31:29.521" v="496" actId="20577"/>
          <ac:spMkLst>
            <pc:docMk/>
            <pc:sldMk cId="1886345749" sldId="256"/>
            <ac:spMk id="215" creationId="{856C2432-0CAF-0972-36DA-9E32603C3592}"/>
          </ac:spMkLst>
        </pc:spChg>
        <pc:spChg chg="add mod">
          <ac:chgData name="Piotr Osiński" userId="6e230295-3633-4aa6-892f-b30d1c70922d" providerId="ADAL" clId="{8F7081CA-3FE9-4986-A5D5-95C69023761B}" dt="2026-09-24T15:31:33.912" v="500" actId="20577"/>
          <ac:spMkLst>
            <pc:docMk/>
            <pc:sldMk cId="1886345749" sldId="256"/>
            <ac:spMk id="216" creationId="{5DBD39D3-FE83-F5DB-36FC-8ACB7961D208}"/>
          </ac:spMkLst>
        </pc:spChg>
        <pc:spChg chg="add mod">
          <ac:chgData name="Piotr Osiński" userId="6e230295-3633-4aa6-892f-b30d1c70922d" providerId="ADAL" clId="{8F7081CA-3FE9-4986-A5D5-95C69023761B}" dt="2026-09-24T15:31:54.730" v="507" actId="20577"/>
          <ac:spMkLst>
            <pc:docMk/>
            <pc:sldMk cId="1886345749" sldId="256"/>
            <ac:spMk id="217" creationId="{9C53C4C4-E57B-1937-7222-563085043C47}"/>
          </ac:spMkLst>
        </pc:spChg>
        <pc:spChg chg="add mod">
          <ac:chgData name="Piotr Osiński" userId="6e230295-3633-4aa6-892f-b30d1c70922d" providerId="ADAL" clId="{8F7081CA-3FE9-4986-A5D5-95C69023761B}" dt="2026-09-24T15:32:06.364" v="511" actId="20577"/>
          <ac:spMkLst>
            <pc:docMk/>
            <pc:sldMk cId="1886345749" sldId="256"/>
            <ac:spMk id="218" creationId="{C7B8CFA0-4200-13E1-CBA2-7757C96B93E1}"/>
          </ac:spMkLst>
        </pc:spChg>
        <pc:spChg chg="add mod">
          <ac:chgData name="Piotr Osiński" userId="6e230295-3633-4aa6-892f-b30d1c70922d" providerId="ADAL" clId="{8F7081CA-3FE9-4986-A5D5-95C69023761B}" dt="2026-09-24T15:47:14.321" v="670" actId="1076"/>
          <ac:spMkLst>
            <pc:docMk/>
            <pc:sldMk cId="1886345749" sldId="256"/>
            <ac:spMk id="219" creationId="{3A1E585A-001E-4DD6-3F70-1E3C8A570691}"/>
          </ac:spMkLst>
        </pc:spChg>
        <pc:spChg chg="add mod">
          <ac:chgData name="Piotr Osiński" userId="6e230295-3633-4aa6-892f-b30d1c70922d" providerId="ADAL" clId="{8F7081CA-3FE9-4986-A5D5-95C69023761B}" dt="2026-09-24T15:33:05.221" v="520" actId="20577"/>
          <ac:spMkLst>
            <pc:docMk/>
            <pc:sldMk cId="1886345749" sldId="256"/>
            <ac:spMk id="220" creationId="{59CBDBC3-6219-4A7F-52A1-ABE8869D1218}"/>
          </ac:spMkLst>
        </pc:spChg>
        <pc:spChg chg="add mod">
          <ac:chgData name="Piotr Osiński" userId="6e230295-3633-4aa6-892f-b30d1c70922d" providerId="ADAL" clId="{8F7081CA-3FE9-4986-A5D5-95C69023761B}" dt="2026-09-24T15:33:47.798" v="524" actId="20577"/>
          <ac:spMkLst>
            <pc:docMk/>
            <pc:sldMk cId="1886345749" sldId="256"/>
            <ac:spMk id="221" creationId="{662DC6D7-3FF3-225E-81D9-571F71784B51}"/>
          </ac:spMkLst>
        </pc:spChg>
        <pc:spChg chg="add mod">
          <ac:chgData name="Piotr Osiński" userId="6e230295-3633-4aa6-892f-b30d1c70922d" providerId="ADAL" clId="{8F7081CA-3FE9-4986-A5D5-95C69023761B}" dt="2026-09-24T15:33:54.532" v="528" actId="20577"/>
          <ac:spMkLst>
            <pc:docMk/>
            <pc:sldMk cId="1886345749" sldId="256"/>
            <ac:spMk id="222" creationId="{5641F431-21F3-8BCB-3074-2A5FE3D7137B}"/>
          </ac:spMkLst>
        </pc:spChg>
        <pc:spChg chg="add mod">
          <ac:chgData name="Piotr Osiński" userId="6e230295-3633-4aa6-892f-b30d1c70922d" providerId="ADAL" clId="{8F7081CA-3FE9-4986-A5D5-95C69023761B}" dt="2026-09-24T15:34:01.506" v="532" actId="20577"/>
          <ac:spMkLst>
            <pc:docMk/>
            <pc:sldMk cId="1886345749" sldId="256"/>
            <ac:spMk id="223" creationId="{A524187A-BF54-585C-6D1E-0C7717D16F4C}"/>
          </ac:spMkLst>
        </pc:spChg>
        <pc:spChg chg="add mod">
          <ac:chgData name="Piotr Osiński" userId="6e230295-3633-4aa6-892f-b30d1c70922d" providerId="ADAL" clId="{8F7081CA-3FE9-4986-A5D5-95C69023761B}" dt="2026-09-24T15:34:08.194" v="536" actId="20577"/>
          <ac:spMkLst>
            <pc:docMk/>
            <pc:sldMk cId="1886345749" sldId="256"/>
            <ac:spMk id="224" creationId="{70A583E2-9977-8848-AC3D-F8D9786E051D}"/>
          </ac:spMkLst>
        </pc:spChg>
        <pc:spChg chg="add mod">
          <ac:chgData name="Piotr Osiński" userId="6e230295-3633-4aa6-892f-b30d1c70922d" providerId="ADAL" clId="{8F7081CA-3FE9-4986-A5D5-95C69023761B}" dt="2026-09-24T15:34:25.323" v="541" actId="1076"/>
          <ac:spMkLst>
            <pc:docMk/>
            <pc:sldMk cId="1886345749" sldId="256"/>
            <ac:spMk id="225" creationId="{F419F6D0-0391-1120-0D70-965D1FEA2975}"/>
          </ac:spMkLst>
        </pc:spChg>
        <pc:spChg chg="add mod">
          <ac:chgData name="Piotr Osiński" userId="6e230295-3633-4aa6-892f-b30d1c70922d" providerId="ADAL" clId="{8F7081CA-3FE9-4986-A5D5-95C69023761B}" dt="2026-09-24T15:47:14.321" v="670" actId="1076"/>
          <ac:spMkLst>
            <pc:docMk/>
            <pc:sldMk cId="1886345749" sldId="256"/>
            <ac:spMk id="226" creationId="{6C9CA44C-EF1F-1138-76AE-070028961531}"/>
          </ac:spMkLst>
        </pc:spChg>
        <pc:spChg chg="add mod">
          <ac:chgData name="Piotr Osiński" userId="6e230295-3633-4aa6-892f-b30d1c70922d" providerId="ADAL" clId="{8F7081CA-3FE9-4986-A5D5-95C69023761B}" dt="2026-09-24T15:47:14.321" v="670" actId="1076"/>
          <ac:spMkLst>
            <pc:docMk/>
            <pc:sldMk cId="1886345749" sldId="256"/>
            <ac:spMk id="227" creationId="{1D514744-6B7A-D36D-8AD4-6BDB115EA037}"/>
          </ac:spMkLst>
        </pc:spChg>
        <pc:spChg chg="add mod">
          <ac:chgData name="Piotr Osiński" userId="6e230295-3633-4aa6-892f-b30d1c70922d" providerId="ADAL" clId="{8F7081CA-3FE9-4986-A5D5-95C69023761B}" dt="2026-09-24T15:35:38.019" v="557" actId="1076"/>
          <ac:spMkLst>
            <pc:docMk/>
            <pc:sldMk cId="1886345749" sldId="256"/>
            <ac:spMk id="228" creationId="{B148AD16-939B-5148-0606-94661AD78F8C}"/>
          </ac:spMkLst>
        </pc:spChg>
        <pc:spChg chg="add mod">
          <ac:chgData name="Piotr Osiński" userId="6e230295-3633-4aa6-892f-b30d1c70922d" providerId="ADAL" clId="{8F7081CA-3FE9-4986-A5D5-95C69023761B}" dt="2026-09-24T15:38:24.520" v="582" actId="1076"/>
          <ac:spMkLst>
            <pc:docMk/>
            <pc:sldMk cId="1886345749" sldId="256"/>
            <ac:spMk id="229" creationId="{124894A4-E82A-3AB9-7A1E-49EA3A266D06}"/>
          </ac:spMkLst>
        </pc:spChg>
        <pc:spChg chg="add mod">
          <ac:chgData name="Piotr Osiński" userId="6e230295-3633-4aa6-892f-b30d1c70922d" providerId="ADAL" clId="{8F7081CA-3FE9-4986-A5D5-95C69023761B}" dt="2026-09-24T15:38:20.920" v="581" actId="1076"/>
          <ac:spMkLst>
            <pc:docMk/>
            <pc:sldMk cId="1886345749" sldId="256"/>
            <ac:spMk id="230" creationId="{C72A7CFC-947C-087E-5FEB-BFDA96B836EB}"/>
          </ac:spMkLst>
        </pc:spChg>
        <pc:spChg chg="add mod">
          <ac:chgData name="Piotr Osiński" userId="6e230295-3633-4aa6-892f-b30d1c70922d" providerId="ADAL" clId="{8F7081CA-3FE9-4986-A5D5-95C69023761B}" dt="2026-09-24T15:38:49.134" v="587" actId="20577"/>
          <ac:spMkLst>
            <pc:docMk/>
            <pc:sldMk cId="1886345749" sldId="256"/>
            <ac:spMk id="233" creationId="{A88B226E-77A5-892B-9EF6-28F75792500F}"/>
          </ac:spMkLst>
        </pc:spChg>
        <pc:spChg chg="add mod">
          <ac:chgData name="Piotr Osiński" userId="6e230295-3633-4aa6-892f-b30d1c70922d" providerId="ADAL" clId="{8F7081CA-3FE9-4986-A5D5-95C69023761B}" dt="2026-09-24T15:39:05.469" v="591" actId="20577"/>
          <ac:spMkLst>
            <pc:docMk/>
            <pc:sldMk cId="1886345749" sldId="256"/>
            <ac:spMk id="234" creationId="{3DEA3156-5659-1182-8A76-BA16D98D9324}"/>
          </ac:spMkLst>
        </pc:spChg>
        <pc:spChg chg="add mod">
          <ac:chgData name="Piotr Osiński" userId="6e230295-3633-4aa6-892f-b30d1c70922d" providerId="ADAL" clId="{8F7081CA-3FE9-4986-A5D5-95C69023761B}" dt="2026-09-24T15:42:46.427" v="598" actId="1076"/>
          <ac:spMkLst>
            <pc:docMk/>
            <pc:sldMk cId="1886345749" sldId="256"/>
            <ac:spMk id="235" creationId="{1903200D-3304-D157-FE5B-52F57DF22E80}"/>
          </ac:spMkLst>
        </pc:spChg>
        <pc:spChg chg="add mod">
          <ac:chgData name="Piotr Osiński" userId="6e230295-3633-4aa6-892f-b30d1c70922d" providerId="ADAL" clId="{8F7081CA-3FE9-4986-A5D5-95C69023761B}" dt="2026-09-24T15:42:54.641" v="602" actId="20577"/>
          <ac:spMkLst>
            <pc:docMk/>
            <pc:sldMk cId="1886345749" sldId="256"/>
            <ac:spMk id="236" creationId="{255D9BB2-3B29-0927-458C-D11DCA550511}"/>
          </ac:spMkLst>
        </pc:spChg>
        <pc:spChg chg="add mod">
          <ac:chgData name="Piotr Osiński" userId="6e230295-3633-4aa6-892f-b30d1c70922d" providerId="ADAL" clId="{8F7081CA-3FE9-4986-A5D5-95C69023761B}" dt="2026-09-24T15:43:03.127" v="606" actId="20577"/>
          <ac:spMkLst>
            <pc:docMk/>
            <pc:sldMk cId="1886345749" sldId="256"/>
            <ac:spMk id="237" creationId="{AD59B129-8D01-79C9-9297-422DF6705529}"/>
          </ac:spMkLst>
        </pc:spChg>
        <pc:spChg chg="add mod">
          <ac:chgData name="Piotr Osiński" userId="6e230295-3633-4aa6-892f-b30d1c70922d" providerId="ADAL" clId="{8F7081CA-3FE9-4986-A5D5-95C69023761B}" dt="2026-09-24T15:43:12.372" v="610" actId="20577"/>
          <ac:spMkLst>
            <pc:docMk/>
            <pc:sldMk cId="1886345749" sldId="256"/>
            <ac:spMk id="238" creationId="{7CF3F17B-F8B1-6BC8-1E99-85104A75206F}"/>
          </ac:spMkLst>
        </pc:spChg>
        <pc:spChg chg="add mod">
          <ac:chgData name="Piotr Osiński" userId="6e230295-3633-4aa6-892f-b30d1c70922d" providerId="ADAL" clId="{8F7081CA-3FE9-4986-A5D5-95C69023761B}" dt="2026-09-24T15:43:20.242" v="614" actId="20577"/>
          <ac:spMkLst>
            <pc:docMk/>
            <pc:sldMk cId="1886345749" sldId="256"/>
            <ac:spMk id="239" creationId="{E47A2C4B-EA82-94DE-336F-1F716890FAED}"/>
          </ac:spMkLst>
        </pc:spChg>
        <pc:spChg chg="add mod">
          <ac:chgData name="Piotr Osiński" userId="6e230295-3633-4aa6-892f-b30d1c70922d" providerId="ADAL" clId="{8F7081CA-3FE9-4986-A5D5-95C69023761B}" dt="2026-09-24T15:43:30.473" v="618" actId="20577"/>
          <ac:spMkLst>
            <pc:docMk/>
            <pc:sldMk cId="1886345749" sldId="256"/>
            <ac:spMk id="240" creationId="{CD98BB3D-6937-B31D-C359-140B75251BBB}"/>
          </ac:spMkLst>
        </pc:spChg>
        <pc:spChg chg="add mod">
          <ac:chgData name="Piotr Osiński" userId="6e230295-3633-4aa6-892f-b30d1c70922d" providerId="ADAL" clId="{8F7081CA-3FE9-4986-A5D5-95C69023761B}" dt="2026-09-24T15:44:19.998" v="623" actId="1076"/>
          <ac:spMkLst>
            <pc:docMk/>
            <pc:sldMk cId="1886345749" sldId="256"/>
            <ac:spMk id="241" creationId="{1B959E0D-B67E-B430-C9ED-6FAB7A15D4E0}"/>
          </ac:spMkLst>
        </pc:spChg>
        <pc:spChg chg="add mod">
          <ac:chgData name="Piotr Osiński" userId="6e230295-3633-4aa6-892f-b30d1c70922d" providerId="ADAL" clId="{8F7081CA-3FE9-4986-A5D5-95C69023761B}" dt="2026-09-24T15:44:09.687" v="622" actId="1076"/>
          <ac:spMkLst>
            <pc:docMk/>
            <pc:sldMk cId="1886345749" sldId="256"/>
            <ac:spMk id="242" creationId="{77A4A77F-5B67-A132-216B-0088C265EEDD}"/>
          </ac:spMkLst>
        </pc:spChg>
        <pc:spChg chg="add mod">
          <ac:chgData name="Piotr Osiński" userId="6e230295-3633-4aa6-892f-b30d1c70922d" providerId="ADAL" clId="{8F7081CA-3FE9-4986-A5D5-95C69023761B}" dt="2026-09-24T15:46:59.781" v="669" actId="1076"/>
          <ac:spMkLst>
            <pc:docMk/>
            <pc:sldMk cId="1886345749" sldId="256"/>
            <ac:spMk id="243" creationId="{A42E69B1-633E-AE0A-3E7C-58D692981BC5}"/>
          </ac:spMkLst>
        </pc:spChg>
        <pc:spChg chg="add mod">
          <ac:chgData name="Piotr Osiński" userId="6e230295-3633-4aa6-892f-b30d1c70922d" providerId="ADAL" clId="{8F7081CA-3FE9-4986-A5D5-95C69023761B}" dt="2026-09-24T15:58:47.435" v="676" actId="208"/>
          <ac:spMkLst>
            <pc:docMk/>
            <pc:sldMk cId="1886345749" sldId="256"/>
            <ac:spMk id="246" creationId="{512E1D7D-ABCD-9AC4-174B-95E3FAC33F3E}"/>
          </ac:spMkLst>
        </pc:spChg>
        <pc:spChg chg="add mod ord">
          <ac:chgData name="Piotr Osiński" userId="6e230295-3633-4aa6-892f-b30d1c70922d" providerId="ADAL" clId="{8F7081CA-3FE9-4986-A5D5-95C69023761B}" dt="2026-09-24T16:02:04.678" v="692" actId="208"/>
          <ac:spMkLst>
            <pc:docMk/>
            <pc:sldMk cId="1886345749" sldId="256"/>
            <ac:spMk id="249" creationId="{C96DEB88-1593-7006-4D9F-25E1D76EDF17}"/>
          </ac:spMkLst>
        </pc:spChg>
        <pc:spChg chg="add mod">
          <ac:chgData name="Piotr Osiński" userId="6e230295-3633-4aa6-892f-b30d1c70922d" providerId="ADAL" clId="{8F7081CA-3FE9-4986-A5D5-95C69023761B}" dt="2026-09-24T16:02:28.097" v="701" actId="1076"/>
          <ac:spMkLst>
            <pc:docMk/>
            <pc:sldMk cId="1886345749" sldId="256"/>
            <ac:spMk id="250" creationId="{646993F6-0A93-3908-9024-AEEDD138AF28}"/>
          </ac:spMkLst>
        </pc:spChg>
        <pc:grpChg chg="add mod">
          <ac:chgData name="Piotr Osiński" userId="6e230295-3633-4aa6-892f-b30d1c70922d" providerId="ADAL" clId="{8F7081CA-3FE9-4986-A5D5-95C69023761B}" dt="2026-09-24T14:44:17.148" v="140" actId="1076"/>
          <ac:grpSpMkLst>
            <pc:docMk/>
            <pc:sldMk cId="1886345749" sldId="256"/>
            <ac:grpSpMk id="104" creationId="{222F8D6D-C9E5-A837-D5D4-F6548044C14C}"/>
          </ac:grpSpMkLst>
        </pc:grpChg>
        <pc:grpChg chg="add mod">
          <ac:chgData name="Piotr Osiński" userId="6e230295-3633-4aa6-892f-b30d1c70922d" providerId="ADAL" clId="{8F7081CA-3FE9-4986-A5D5-95C69023761B}" dt="2026-09-24T15:28:20.372" v="450" actId="1076"/>
          <ac:grpSpMkLst>
            <pc:docMk/>
            <pc:sldMk cId="1886345749" sldId="256"/>
            <ac:grpSpMk id="111" creationId="{15EC0E87-F34F-0E4E-4092-A20CA93F37F8}"/>
          </ac:grpSpMkLst>
        </pc:grpChg>
        <pc:grpChg chg="add mod">
          <ac:chgData name="Piotr Osiński" userId="6e230295-3633-4aa6-892f-b30d1c70922d" providerId="ADAL" clId="{8F7081CA-3FE9-4986-A5D5-95C69023761B}" dt="2026-09-23T16:41:54.091" v="45" actId="164"/>
          <ac:grpSpMkLst>
            <pc:docMk/>
            <pc:sldMk cId="1886345749" sldId="256"/>
            <ac:grpSpMk id="113" creationId="{C071BD99-23FD-8717-1643-9A56430A707B}"/>
          </ac:grpSpMkLst>
        </pc:grpChg>
        <pc:grpChg chg="add mod ord">
          <ac:chgData name="Piotr Osiński" userId="6e230295-3633-4aa6-892f-b30d1c70922d" providerId="ADAL" clId="{8F7081CA-3FE9-4986-A5D5-95C69023761B}" dt="2026-09-24T15:37:20.152" v="571" actId="14100"/>
          <ac:grpSpMkLst>
            <pc:docMk/>
            <pc:sldMk cId="1886345749" sldId="256"/>
            <ac:grpSpMk id="138" creationId="{6A6A372B-2B3B-DD4C-D8C3-998F14160F44}"/>
          </ac:grpSpMkLst>
        </pc:grpChg>
        <pc:grpChg chg="add mod">
          <ac:chgData name="Piotr Osiński" userId="6e230295-3633-4aa6-892f-b30d1c70922d" providerId="ADAL" clId="{8F7081CA-3FE9-4986-A5D5-95C69023761B}" dt="2026-09-24T15:37:24.033" v="572" actId="14100"/>
          <ac:grpSpMkLst>
            <pc:docMk/>
            <pc:sldMk cId="1886345749" sldId="256"/>
            <ac:grpSpMk id="144" creationId="{B568414C-0330-C274-93CF-275E1E2EB1D1}"/>
          </ac:grpSpMkLst>
        </pc:grpChg>
        <pc:grpChg chg="add mod">
          <ac:chgData name="Piotr Osiński" userId="6e230295-3633-4aa6-892f-b30d1c70922d" providerId="ADAL" clId="{8F7081CA-3FE9-4986-A5D5-95C69023761B}" dt="2026-09-24T14:46:21.553" v="162" actId="14100"/>
          <ac:grpSpMkLst>
            <pc:docMk/>
            <pc:sldMk cId="1886345749" sldId="256"/>
            <ac:grpSpMk id="148" creationId="{926129C3-DAD8-1621-BBF8-9345B8EB3E54}"/>
          </ac:grpSpMkLst>
        </pc:grpChg>
        <pc:grpChg chg="add mod">
          <ac:chgData name="Piotr Osiński" userId="6e230295-3633-4aa6-892f-b30d1c70922d" providerId="ADAL" clId="{8F7081CA-3FE9-4986-A5D5-95C69023761B}" dt="2026-09-23T17:25:41.074" v="74" actId="164"/>
          <ac:grpSpMkLst>
            <pc:docMk/>
            <pc:sldMk cId="1886345749" sldId="256"/>
            <ac:grpSpMk id="150" creationId="{23AC567C-DA4E-1405-2B98-097A2068ADAB}"/>
          </ac:grpSpMkLst>
        </pc:grpChg>
        <pc:grpChg chg="add del mod">
          <ac:chgData name="Piotr Osiński" userId="6e230295-3633-4aa6-892f-b30d1c70922d" providerId="ADAL" clId="{8F7081CA-3FE9-4986-A5D5-95C69023761B}" dt="2026-09-24T15:10:40.869" v="290" actId="165"/>
          <ac:grpSpMkLst>
            <pc:docMk/>
            <pc:sldMk cId="1886345749" sldId="256"/>
            <ac:grpSpMk id="154" creationId="{8ABBD7BD-A12C-D131-9F76-5E7C416BC663}"/>
          </ac:grpSpMkLst>
        </pc:grpChg>
        <pc:picChg chg="add mod">
          <ac:chgData name="Piotr Osiński" userId="6e230295-3633-4aa6-892f-b30d1c70922d" providerId="ADAL" clId="{8F7081CA-3FE9-4986-A5D5-95C69023761B}" dt="2026-09-24T14:37:40.167" v="81" actId="1076"/>
          <ac:picMkLst>
            <pc:docMk/>
            <pc:sldMk cId="1886345749" sldId="256"/>
            <ac:picMk id="2" creationId="{931F13AA-482F-9B31-DB54-608F63ECCEE9}"/>
          </ac:picMkLst>
        </pc:picChg>
        <pc:picChg chg="add mod">
          <ac:chgData name="Piotr Osiński" userId="6e230295-3633-4aa6-892f-b30d1c70922d" providerId="ADAL" clId="{8F7081CA-3FE9-4986-A5D5-95C69023761B}" dt="2026-09-23T15:59:30.127" v="9"/>
          <ac:picMkLst>
            <pc:docMk/>
            <pc:sldMk cId="1886345749" sldId="256"/>
            <ac:picMk id="40" creationId="{CEB2F0F6-9521-1948-B08D-022EC278B29E}"/>
          </ac:picMkLst>
        </pc:picChg>
        <pc:picChg chg="add mod">
          <ac:chgData name="Piotr Osiński" userId="6e230295-3633-4aa6-892f-b30d1c70922d" providerId="ADAL" clId="{8F7081CA-3FE9-4986-A5D5-95C69023761B}" dt="2026-09-23T16:02:05.841" v="12"/>
          <ac:picMkLst>
            <pc:docMk/>
            <pc:sldMk cId="1886345749" sldId="256"/>
            <ac:picMk id="45" creationId="{D9815D12-E5F8-5A11-6D6F-F721A4E0013C}"/>
          </ac:picMkLst>
        </pc:picChg>
        <pc:picChg chg="add mod">
          <ac:chgData name="Piotr Osiński" userId="6e230295-3633-4aa6-892f-b30d1c70922d" providerId="ADAL" clId="{8F7081CA-3FE9-4986-A5D5-95C69023761B}" dt="2026-09-23T16:02:05.841" v="12"/>
          <ac:picMkLst>
            <pc:docMk/>
            <pc:sldMk cId="1886345749" sldId="256"/>
            <ac:picMk id="46" creationId="{93E7E689-34CC-F161-063B-4FB0095E215C}"/>
          </ac:picMkLst>
        </pc:picChg>
        <pc:picChg chg="add mod">
          <ac:chgData name="Piotr Osiński" userId="6e230295-3633-4aa6-892f-b30d1c70922d" providerId="ADAL" clId="{8F7081CA-3FE9-4986-A5D5-95C69023761B}" dt="2026-09-23T16:02:16.481" v="13"/>
          <ac:picMkLst>
            <pc:docMk/>
            <pc:sldMk cId="1886345749" sldId="256"/>
            <ac:picMk id="47" creationId="{F361C17F-575B-2580-354C-A14DB090D31E}"/>
          </ac:picMkLst>
        </pc:picChg>
        <pc:picChg chg="add mod">
          <ac:chgData name="Piotr Osiński" userId="6e230295-3633-4aa6-892f-b30d1c70922d" providerId="ADAL" clId="{8F7081CA-3FE9-4986-A5D5-95C69023761B}" dt="2026-09-23T16:02:28.704" v="14"/>
          <ac:picMkLst>
            <pc:docMk/>
            <pc:sldMk cId="1886345749" sldId="256"/>
            <ac:picMk id="48" creationId="{0B0A552E-0E43-B4D3-B406-71C9D1E2B61B}"/>
          </ac:picMkLst>
        </pc:picChg>
        <pc:picChg chg="add mod">
          <ac:chgData name="Piotr Osiński" userId="6e230295-3633-4aa6-892f-b30d1c70922d" providerId="ADAL" clId="{8F7081CA-3FE9-4986-A5D5-95C69023761B}" dt="2026-09-23T16:04:24.445" v="15"/>
          <ac:picMkLst>
            <pc:docMk/>
            <pc:sldMk cId="1886345749" sldId="256"/>
            <ac:picMk id="53" creationId="{87C3829F-DCC4-3584-E2CC-E772C08B3C60}"/>
          </ac:picMkLst>
        </pc:picChg>
        <pc:picChg chg="add mod">
          <ac:chgData name="Piotr Osiński" userId="6e230295-3633-4aa6-892f-b30d1c70922d" providerId="ADAL" clId="{8F7081CA-3FE9-4986-A5D5-95C69023761B}" dt="2026-09-23T16:04:24.445" v="15"/>
          <ac:picMkLst>
            <pc:docMk/>
            <pc:sldMk cId="1886345749" sldId="256"/>
            <ac:picMk id="54" creationId="{2D89FF22-0D88-1CD7-8FF4-E7E324589F49}"/>
          </ac:picMkLst>
        </pc:picChg>
        <pc:picChg chg="add mod">
          <ac:chgData name="Piotr Osiński" userId="6e230295-3633-4aa6-892f-b30d1c70922d" providerId="ADAL" clId="{8F7081CA-3FE9-4986-A5D5-95C69023761B}" dt="2026-09-23T16:16:16.014" v="22"/>
          <ac:picMkLst>
            <pc:docMk/>
            <pc:sldMk cId="1886345749" sldId="256"/>
            <ac:picMk id="63" creationId="{A4FDEA03-60CE-0B88-B715-1BD1E0B5CA61}"/>
          </ac:picMkLst>
        </pc:picChg>
        <pc:picChg chg="add mod">
          <ac:chgData name="Piotr Osiński" userId="6e230295-3633-4aa6-892f-b30d1c70922d" providerId="ADAL" clId="{8F7081CA-3FE9-4986-A5D5-95C69023761B}" dt="2026-09-23T16:16:55.351" v="23"/>
          <ac:picMkLst>
            <pc:docMk/>
            <pc:sldMk cId="1886345749" sldId="256"/>
            <ac:picMk id="64" creationId="{D60D1910-CA54-CDCB-0633-E9E73FCCD8BF}"/>
          </ac:picMkLst>
        </pc:picChg>
        <pc:picChg chg="add mod">
          <ac:chgData name="Piotr Osiński" userId="6e230295-3633-4aa6-892f-b30d1c70922d" providerId="ADAL" clId="{8F7081CA-3FE9-4986-A5D5-95C69023761B}" dt="2026-09-24T15:28:33.531" v="453" actId="1076"/>
          <ac:picMkLst>
            <pc:docMk/>
            <pc:sldMk cId="1886345749" sldId="256"/>
            <ac:picMk id="65" creationId="{8943326F-0A34-6946-DB8F-B55F487A984D}"/>
          </ac:picMkLst>
        </pc:picChg>
        <pc:picChg chg="add del mod">
          <ac:chgData name="Piotr Osiński" userId="6e230295-3633-4aa6-892f-b30d1c70922d" providerId="ADAL" clId="{8F7081CA-3FE9-4986-A5D5-95C69023761B}" dt="2026-09-24T15:17:38.897" v="354" actId="478"/>
          <ac:picMkLst>
            <pc:docMk/>
            <pc:sldMk cId="1886345749" sldId="256"/>
            <ac:picMk id="66" creationId="{959DB361-4806-B6B6-2A5A-1BE4D7D54EAF}"/>
          </ac:picMkLst>
        </pc:picChg>
        <pc:picChg chg="add mod">
          <ac:chgData name="Piotr Osiński" userId="6e230295-3633-4aa6-892f-b30d1c70922d" providerId="ADAL" clId="{8F7081CA-3FE9-4986-A5D5-95C69023761B}" dt="2026-09-23T16:17:48.218" v="24"/>
          <ac:picMkLst>
            <pc:docMk/>
            <pc:sldMk cId="1886345749" sldId="256"/>
            <ac:picMk id="68" creationId="{FC9B6C8D-53D9-F416-95C0-854D02350240}"/>
          </ac:picMkLst>
        </pc:picChg>
        <pc:picChg chg="add del mod">
          <ac:chgData name="Piotr Osiński" userId="6e230295-3633-4aa6-892f-b30d1c70922d" providerId="ADAL" clId="{8F7081CA-3FE9-4986-A5D5-95C69023761B}" dt="2026-09-24T15:17:42.548" v="356" actId="478"/>
          <ac:picMkLst>
            <pc:docMk/>
            <pc:sldMk cId="1886345749" sldId="256"/>
            <ac:picMk id="69" creationId="{5094AEDB-4888-188F-22D2-F2C27761E8D9}"/>
          </ac:picMkLst>
        </pc:picChg>
        <pc:picChg chg="add mod">
          <ac:chgData name="Piotr Osiński" userId="6e230295-3633-4aa6-892f-b30d1c70922d" providerId="ADAL" clId="{8F7081CA-3FE9-4986-A5D5-95C69023761B}" dt="2026-09-24T15:03:06.290" v="249" actId="1076"/>
          <ac:picMkLst>
            <pc:docMk/>
            <pc:sldMk cId="1886345749" sldId="256"/>
            <ac:picMk id="73" creationId="{E7AFC6C7-8497-C4FF-E5FD-7E24B695CAD5}"/>
          </ac:picMkLst>
        </pc:picChg>
        <pc:picChg chg="add mod">
          <ac:chgData name="Piotr Osiński" userId="6e230295-3633-4aa6-892f-b30d1c70922d" providerId="ADAL" clId="{8F7081CA-3FE9-4986-A5D5-95C69023761B}" dt="2026-09-23T16:18:38.661" v="26"/>
          <ac:picMkLst>
            <pc:docMk/>
            <pc:sldMk cId="1886345749" sldId="256"/>
            <ac:picMk id="74" creationId="{9BC350AB-129F-94F8-1619-1DE6E0E2F5FB}"/>
          </ac:picMkLst>
        </pc:picChg>
        <pc:picChg chg="add del">
          <ac:chgData name="Piotr Osiński" userId="6e230295-3633-4aa6-892f-b30d1c70922d" providerId="ADAL" clId="{8F7081CA-3FE9-4986-A5D5-95C69023761B}" dt="2026-09-24T14:52:40.114" v="181" actId="22"/>
          <ac:picMkLst>
            <pc:docMk/>
            <pc:sldMk cId="1886345749" sldId="256"/>
            <ac:picMk id="79" creationId="{04A08901-CD10-E639-1FF4-9C7246F8D008}"/>
          </ac:picMkLst>
        </pc:picChg>
        <pc:picChg chg="add del mod">
          <ac:chgData name="Piotr Osiński" userId="6e230295-3633-4aa6-892f-b30d1c70922d" providerId="ADAL" clId="{8F7081CA-3FE9-4986-A5D5-95C69023761B}" dt="2026-09-24T14:37:02.502" v="77" actId="478"/>
          <ac:picMkLst>
            <pc:docMk/>
            <pc:sldMk cId="1886345749" sldId="256"/>
            <ac:picMk id="81" creationId="{02D44D59-C563-65BD-EC04-CD5DCDC02C53}"/>
          </ac:picMkLst>
        </pc:picChg>
        <pc:picChg chg="add mod">
          <ac:chgData name="Piotr Osiński" userId="6e230295-3633-4aa6-892f-b30d1c70922d" providerId="ADAL" clId="{8F7081CA-3FE9-4986-A5D5-95C69023761B}" dt="2026-09-23T16:25:48.161" v="32"/>
          <ac:picMkLst>
            <pc:docMk/>
            <pc:sldMk cId="1886345749" sldId="256"/>
            <ac:picMk id="84" creationId="{C8F52508-D4D7-67D6-E929-1950B59783AF}"/>
          </ac:picMkLst>
        </pc:picChg>
        <pc:picChg chg="add mod">
          <ac:chgData name="Piotr Osiński" userId="6e230295-3633-4aa6-892f-b30d1c70922d" providerId="ADAL" clId="{8F7081CA-3FE9-4986-A5D5-95C69023761B}" dt="2026-09-23T16:25:48.161" v="32"/>
          <ac:picMkLst>
            <pc:docMk/>
            <pc:sldMk cId="1886345749" sldId="256"/>
            <ac:picMk id="85" creationId="{C63CBC81-65A1-C0C7-B43A-3F1E86D9990C}"/>
          </ac:picMkLst>
        </pc:picChg>
        <pc:picChg chg="add mod">
          <ac:chgData name="Piotr Osiński" userId="6e230295-3633-4aa6-892f-b30d1c70922d" providerId="ADAL" clId="{8F7081CA-3FE9-4986-A5D5-95C69023761B}" dt="2026-09-23T16:27:51.019" v="33"/>
          <ac:picMkLst>
            <pc:docMk/>
            <pc:sldMk cId="1886345749" sldId="256"/>
            <ac:picMk id="86" creationId="{EDC3ED3E-593E-B9DA-C348-2348DFD46CD1}"/>
          </ac:picMkLst>
        </pc:picChg>
        <pc:picChg chg="add mod">
          <ac:chgData name="Piotr Osiński" userId="6e230295-3633-4aa6-892f-b30d1c70922d" providerId="ADAL" clId="{8F7081CA-3FE9-4986-A5D5-95C69023761B}" dt="2026-09-24T15:12:33.757" v="316" actId="1076"/>
          <ac:picMkLst>
            <pc:docMk/>
            <pc:sldMk cId="1886345749" sldId="256"/>
            <ac:picMk id="87" creationId="{28E351DE-F9C6-44BC-7E7B-6B6F23E24C6B}"/>
          </ac:picMkLst>
        </pc:picChg>
        <pc:picChg chg="add del mod">
          <ac:chgData name="Piotr Osiński" userId="6e230295-3633-4aa6-892f-b30d1c70922d" providerId="ADAL" clId="{8F7081CA-3FE9-4986-A5D5-95C69023761B}" dt="2026-09-24T15:17:40.495" v="355" actId="478"/>
          <ac:picMkLst>
            <pc:docMk/>
            <pc:sldMk cId="1886345749" sldId="256"/>
            <ac:picMk id="92" creationId="{73CB78E2-5632-0CF9-76E9-F504EC4BB386}"/>
          </ac:picMkLst>
        </pc:picChg>
        <pc:picChg chg="mod">
          <ac:chgData name="Piotr Osiński" userId="6e230295-3633-4aa6-892f-b30d1c70922d" providerId="ADAL" clId="{8F7081CA-3FE9-4986-A5D5-95C69023761B}" dt="2026-09-23T17:25:21.919" v="71" actId="164"/>
          <ac:picMkLst>
            <pc:docMk/>
            <pc:sldMk cId="1886345749" sldId="256"/>
            <ac:picMk id="93" creationId="{0B9AEBCB-BF6A-628B-950D-ED5041590731}"/>
          </ac:picMkLst>
        </pc:picChg>
        <pc:picChg chg="mod topLvl">
          <ac:chgData name="Piotr Osiński" userId="6e230295-3633-4aa6-892f-b30d1c70922d" providerId="ADAL" clId="{8F7081CA-3FE9-4986-A5D5-95C69023761B}" dt="2026-09-23T17:25:41.074" v="74" actId="164"/>
          <ac:picMkLst>
            <pc:docMk/>
            <pc:sldMk cId="1886345749" sldId="256"/>
            <ac:picMk id="95" creationId="{645A08EF-653A-8D82-A8A5-C462DEB8E1BA}"/>
          </ac:picMkLst>
        </pc:picChg>
        <pc:picChg chg="add del">
          <ac:chgData name="Piotr Osiński" userId="6e230295-3633-4aa6-892f-b30d1c70922d" providerId="ADAL" clId="{8F7081CA-3FE9-4986-A5D5-95C69023761B}" dt="2026-09-24T14:53:20.972" v="187" actId="22"/>
          <ac:picMkLst>
            <pc:docMk/>
            <pc:sldMk cId="1886345749" sldId="256"/>
            <ac:picMk id="96" creationId="{64AA4574-D80E-72AE-5A1F-CEF672871202}"/>
          </ac:picMkLst>
        </pc:picChg>
        <pc:picChg chg="add mod">
          <ac:chgData name="Piotr Osiński" userId="6e230295-3633-4aa6-892f-b30d1c70922d" providerId="ADAL" clId="{8F7081CA-3FE9-4986-A5D5-95C69023761B}" dt="2026-09-24T14:53:49.636" v="193" actId="1076"/>
          <ac:picMkLst>
            <pc:docMk/>
            <pc:sldMk cId="1886345749" sldId="256"/>
            <ac:picMk id="97" creationId="{24FE1246-6CDC-CDCD-4DCB-F48867BDE801}"/>
          </ac:picMkLst>
        </pc:picChg>
        <pc:picChg chg="add mod topLvl">
          <ac:chgData name="Piotr Osiński" userId="6e230295-3633-4aa6-892f-b30d1c70922d" providerId="ADAL" clId="{8F7081CA-3FE9-4986-A5D5-95C69023761B}" dt="2026-09-23T16:41:54.091" v="45" actId="164"/>
          <ac:picMkLst>
            <pc:docMk/>
            <pc:sldMk cId="1886345749" sldId="256"/>
            <ac:picMk id="98" creationId="{762E16B2-7FB7-370B-9BC1-7EB904CCC642}"/>
          </ac:picMkLst>
        </pc:picChg>
        <pc:picChg chg="add mod">
          <ac:chgData name="Piotr Osiński" userId="6e230295-3633-4aa6-892f-b30d1c70922d" providerId="ADAL" clId="{8F7081CA-3FE9-4986-A5D5-95C69023761B}" dt="2026-09-24T14:53:36.970" v="192" actId="1076"/>
          <ac:picMkLst>
            <pc:docMk/>
            <pc:sldMk cId="1886345749" sldId="256"/>
            <ac:picMk id="100" creationId="{E609E8BF-6773-2F9D-59FB-AE765B4E4E1E}"/>
          </ac:picMkLst>
        </pc:picChg>
        <pc:picChg chg="add del mod">
          <ac:chgData name="Piotr Osiński" userId="6e230295-3633-4aa6-892f-b30d1c70922d" providerId="ADAL" clId="{8F7081CA-3FE9-4986-A5D5-95C69023761B}" dt="2026-09-24T15:16:45.063" v="337" actId="478"/>
          <ac:picMkLst>
            <pc:docMk/>
            <pc:sldMk cId="1886345749" sldId="256"/>
            <ac:picMk id="101" creationId="{3DBDD632-6254-3F98-7180-623B897BEC1C}"/>
          </ac:picMkLst>
        </pc:picChg>
        <pc:picChg chg="mod">
          <ac:chgData name="Piotr Osiński" userId="6e230295-3633-4aa6-892f-b30d1c70922d" providerId="ADAL" clId="{8F7081CA-3FE9-4986-A5D5-95C69023761B}" dt="2026-09-23T16:37:19.163" v="40" actId="164"/>
          <ac:picMkLst>
            <pc:docMk/>
            <pc:sldMk cId="1886345749" sldId="256"/>
            <ac:picMk id="102" creationId="{9AEF2562-DDF3-5F99-B1D6-ABDD312BB635}"/>
          </ac:picMkLst>
        </pc:picChg>
        <pc:picChg chg="add del mod">
          <ac:chgData name="Piotr Osiński" userId="6e230295-3633-4aa6-892f-b30d1c70922d" providerId="ADAL" clId="{8F7081CA-3FE9-4986-A5D5-95C69023761B}" dt="2026-09-24T15:16:44.380" v="336" actId="478"/>
          <ac:picMkLst>
            <pc:docMk/>
            <pc:sldMk cId="1886345749" sldId="256"/>
            <ac:picMk id="105" creationId="{54897644-EECD-7F93-AE50-508B427CE333}"/>
          </ac:picMkLst>
        </pc:picChg>
        <pc:picChg chg="add del mod">
          <ac:chgData name="Piotr Osiński" userId="6e230295-3633-4aa6-892f-b30d1c70922d" providerId="ADAL" clId="{8F7081CA-3FE9-4986-A5D5-95C69023761B}" dt="2026-09-24T15:16:23.840" v="334" actId="478"/>
          <ac:picMkLst>
            <pc:docMk/>
            <pc:sldMk cId="1886345749" sldId="256"/>
            <ac:picMk id="107" creationId="{76D5D1BC-AE88-5909-D904-06BDD391193F}"/>
          </ac:picMkLst>
        </pc:picChg>
        <pc:picChg chg="add mod">
          <ac:chgData name="Piotr Osiński" userId="6e230295-3633-4aa6-892f-b30d1c70922d" providerId="ADAL" clId="{8F7081CA-3FE9-4986-A5D5-95C69023761B}" dt="2026-09-23T16:40:52.133" v="42" actId="164"/>
          <ac:picMkLst>
            <pc:docMk/>
            <pc:sldMk cId="1886345749" sldId="256"/>
            <ac:picMk id="109" creationId="{24422B3E-931D-6736-CD33-9117903D0831}"/>
          </ac:picMkLst>
        </pc:picChg>
        <pc:picChg chg="add mod">
          <ac:chgData name="Piotr Osiński" userId="6e230295-3633-4aa6-892f-b30d1c70922d" providerId="ADAL" clId="{8F7081CA-3FE9-4986-A5D5-95C69023761B}" dt="2026-09-23T16:40:52.133" v="42" actId="164"/>
          <ac:picMkLst>
            <pc:docMk/>
            <pc:sldMk cId="1886345749" sldId="256"/>
            <ac:picMk id="110" creationId="{429D2C9D-211E-50A9-8C5B-954F8EDE0A81}"/>
          </ac:picMkLst>
        </pc:picChg>
        <pc:picChg chg="add del mod">
          <ac:chgData name="Piotr Osiński" userId="6e230295-3633-4aa6-892f-b30d1c70922d" providerId="ADAL" clId="{8F7081CA-3FE9-4986-A5D5-95C69023761B}" dt="2026-09-24T15:16:58.391" v="343" actId="478"/>
          <ac:picMkLst>
            <pc:docMk/>
            <pc:sldMk cId="1886345749" sldId="256"/>
            <ac:picMk id="114" creationId="{F9BC19F5-1F0F-4B14-CCCA-1A0ED92DC4EC}"/>
          </ac:picMkLst>
        </pc:picChg>
        <pc:picChg chg="add mod">
          <ac:chgData name="Piotr Osiński" userId="6e230295-3633-4aa6-892f-b30d1c70922d" providerId="ADAL" clId="{8F7081CA-3FE9-4986-A5D5-95C69023761B}" dt="2026-09-23T16:43:37.001" v="47"/>
          <ac:picMkLst>
            <pc:docMk/>
            <pc:sldMk cId="1886345749" sldId="256"/>
            <ac:picMk id="115" creationId="{E56C7284-0884-9179-AA2F-B4BA751493DA}"/>
          </ac:picMkLst>
        </pc:picChg>
        <pc:picChg chg="add mod">
          <ac:chgData name="Piotr Osiński" userId="6e230295-3633-4aa6-892f-b30d1c70922d" providerId="ADAL" clId="{8F7081CA-3FE9-4986-A5D5-95C69023761B}" dt="2026-09-23T16:45:38.981" v="48"/>
          <ac:picMkLst>
            <pc:docMk/>
            <pc:sldMk cId="1886345749" sldId="256"/>
            <ac:picMk id="116" creationId="{B48BF2CA-2E01-C770-F0C4-8C5E9A529256}"/>
          </ac:picMkLst>
        </pc:picChg>
        <pc:picChg chg="add mod">
          <ac:chgData name="Piotr Osiński" userId="6e230295-3633-4aa6-892f-b30d1c70922d" providerId="ADAL" clId="{8F7081CA-3FE9-4986-A5D5-95C69023761B}" dt="2026-09-23T16:46:32.443" v="49"/>
          <ac:picMkLst>
            <pc:docMk/>
            <pc:sldMk cId="1886345749" sldId="256"/>
            <ac:picMk id="117" creationId="{5C06FFED-BC1D-E0BD-BF04-75D6277E2300}"/>
          </ac:picMkLst>
        </pc:picChg>
        <pc:picChg chg="add mod">
          <ac:chgData name="Piotr Osiński" userId="6e230295-3633-4aa6-892f-b30d1c70922d" providerId="ADAL" clId="{8F7081CA-3FE9-4986-A5D5-95C69023761B}" dt="2026-09-23T16:48:41.294" v="50"/>
          <ac:picMkLst>
            <pc:docMk/>
            <pc:sldMk cId="1886345749" sldId="256"/>
            <ac:picMk id="118" creationId="{F9CAA3EB-C275-C8CE-145E-7CA14220DEEE}"/>
          </ac:picMkLst>
        </pc:picChg>
        <pc:picChg chg="add mod">
          <ac:chgData name="Piotr Osiński" userId="6e230295-3633-4aa6-892f-b30d1c70922d" providerId="ADAL" clId="{8F7081CA-3FE9-4986-A5D5-95C69023761B}" dt="2026-09-23T16:51:38.367" v="51"/>
          <ac:picMkLst>
            <pc:docMk/>
            <pc:sldMk cId="1886345749" sldId="256"/>
            <ac:picMk id="119" creationId="{E87B448C-FBCB-7770-8505-6C00F955FB5E}"/>
          </ac:picMkLst>
        </pc:picChg>
        <pc:picChg chg="add mod">
          <ac:chgData name="Piotr Osiński" userId="6e230295-3633-4aa6-892f-b30d1c70922d" providerId="ADAL" clId="{8F7081CA-3FE9-4986-A5D5-95C69023761B}" dt="2026-09-23T16:52:01.799" v="52"/>
          <ac:picMkLst>
            <pc:docMk/>
            <pc:sldMk cId="1886345749" sldId="256"/>
            <ac:picMk id="120" creationId="{465432FF-EED6-3BE2-208C-6A40CBCDB23E}"/>
          </ac:picMkLst>
        </pc:picChg>
        <pc:picChg chg="add mod">
          <ac:chgData name="Piotr Osiński" userId="6e230295-3633-4aa6-892f-b30d1c70922d" providerId="ADAL" clId="{8F7081CA-3FE9-4986-A5D5-95C69023761B}" dt="2026-09-24T14:56:41.245" v="205" actId="1076"/>
          <ac:picMkLst>
            <pc:docMk/>
            <pc:sldMk cId="1886345749" sldId="256"/>
            <ac:picMk id="121" creationId="{35D3D217-4D43-D73B-F2F5-43E479281FC8}"/>
          </ac:picMkLst>
        </pc:picChg>
        <pc:picChg chg="add mod">
          <ac:chgData name="Piotr Osiński" userId="6e230295-3633-4aa6-892f-b30d1c70922d" providerId="ADAL" clId="{8F7081CA-3FE9-4986-A5D5-95C69023761B}" dt="2026-09-23T16:52:58.319" v="54"/>
          <ac:picMkLst>
            <pc:docMk/>
            <pc:sldMk cId="1886345749" sldId="256"/>
            <ac:picMk id="122" creationId="{C8B67DF6-C283-B355-642B-633D082D8CDF}"/>
          </ac:picMkLst>
        </pc:picChg>
        <pc:picChg chg="add mod">
          <ac:chgData name="Piotr Osiński" userId="6e230295-3633-4aa6-892f-b30d1c70922d" providerId="ADAL" clId="{8F7081CA-3FE9-4986-A5D5-95C69023761B}" dt="2026-09-23T16:54:48.800" v="55"/>
          <ac:picMkLst>
            <pc:docMk/>
            <pc:sldMk cId="1886345749" sldId="256"/>
            <ac:picMk id="123" creationId="{8FE0F4A8-4DAB-7C4D-D254-9DF7F2B8375F}"/>
          </ac:picMkLst>
        </pc:picChg>
        <pc:picChg chg="add mod">
          <ac:chgData name="Piotr Osiński" userId="6e230295-3633-4aa6-892f-b30d1c70922d" providerId="ADAL" clId="{8F7081CA-3FE9-4986-A5D5-95C69023761B}" dt="2026-09-23T16:54:48.800" v="55"/>
          <ac:picMkLst>
            <pc:docMk/>
            <pc:sldMk cId="1886345749" sldId="256"/>
            <ac:picMk id="124" creationId="{A064E2EA-1A32-1341-7B77-B323B2AFAF4D}"/>
          </ac:picMkLst>
        </pc:picChg>
        <pc:picChg chg="add mod">
          <ac:chgData name="Piotr Osiński" userId="6e230295-3633-4aa6-892f-b30d1c70922d" providerId="ADAL" clId="{8F7081CA-3FE9-4986-A5D5-95C69023761B}" dt="2026-09-24T14:56:53.706" v="209" actId="1076"/>
          <ac:picMkLst>
            <pc:docMk/>
            <pc:sldMk cId="1886345749" sldId="256"/>
            <ac:picMk id="125" creationId="{73422C46-F54B-821A-7A3C-104FA9669862}"/>
          </ac:picMkLst>
        </pc:picChg>
        <pc:picChg chg="add del mod">
          <ac:chgData name="Piotr Osiński" userId="6e230295-3633-4aa6-892f-b30d1c70922d" providerId="ADAL" clId="{8F7081CA-3FE9-4986-A5D5-95C69023761B}" dt="2026-09-24T15:12:27.052" v="314" actId="478"/>
          <ac:picMkLst>
            <pc:docMk/>
            <pc:sldMk cId="1886345749" sldId="256"/>
            <ac:picMk id="128" creationId="{3F37D34B-25A3-52F0-0A1E-5C3AD8260945}"/>
          </ac:picMkLst>
        </pc:picChg>
        <pc:picChg chg="add mod">
          <ac:chgData name="Piotr Osiński" userId="6e230295-3633-4aa6-892f-b30d1c70922d" providerId="ADAL" clId="{8F7081CA-3FE9-4986-A5D5-95C69023761B}" dt="2026-09-23T17:06:49.289" v="57"/>
          <ac:picMkLst>
            <pc:docMk/>
            <pc:sldMk cId="1886345749" sldId="256"/>
            <ac:picMk id="130" creationId="{A1370221-ADAD-CE58-9D6E-2194BB5316B8}"/>
          </ac:picMkLst>
        </pc:picChg>
        <pc:picChg chg="add del mod">
          <ac:chgData name="Piotr Osiński" userId="6e230295-3633-4aa6-892f-b30d1c70922d" providerId="ADAL" clId="{8F7081CA-3FE9-4986-A5D5-95C69023761B}" dt="2026-09-24T15:12:27.775" v="315" actId="478"/>
          <ac:picMkLst>
            <pc:docMk/>
            <pc:sldMk cId="1886345749" sldId="256"/>
            <ac:picMk id="131" creationId="{0D5C32BE-AF26-97D5-D267-B0A6F833F684}"/>
          </ac:picMkLst>
        </pc:picChg>
        <pc:picChg chg="add mod">
          <ac:chgData name="Piotr Osiński" userId="6e230295-3633-4aa6-892f-b30d1c70922d" providerId="ADAL" clId="{8F7081CA-3FE9-4986-A5D5-95C69023761B}" dt="2026-09-23T17:10:54.325" v="60"/>
          <ac:picMkLst>
            <pc:docMk/>
            <pc:sldMk cId="1886345749" sldId="256"/>
            <ac:picMk id="135" creationId="{CFBA8AE7-5CE3-EAE5-E8A0-344E6C77617A}"/>
          </ac:picMkLst>
        </pc:picChg>
        <pc:picChg chg="add mod">
          <ac:chgData name="Piotr Osiński" userId="6e230295-3633-4aa6-892f-b30d1c70922d" providerId="ADAL" clId="{8F7081CA-3FE9-4986-A5D5-95C69023761B}" dt="2026-09-23T17:11:36.109" v="61"/>
          <ac:picMkLst>
            <pc:docMk/>
            <pc:sldMk cId="1886345749" sldId="256"/>
            <ac:picMk id="136" creationId="{EBA72221-5E41-E299-2208-3383BC7B60E0}"/>
          </ac:picMkLst>
        </pc:picChg>
        <pc:picChg chg="add mod">
          <ac:chgData name="Piotr Osiński" userId="6e230295-3633-4aa6-892f-b30d1c70922d" providerId="ADAL" clId="{8F7081CA-3FE9-4986-A5D5-95C69023761B}" dt="2026-09-23T17:13:02.576" v="62"/>
          <ac:picMkLst>
            <pc:docMk/>
            <pc:sldMk cId="1886345749" sldId="256"/>
            <ac:picMk id="137" creationId="{C8E37355-4F00-6274-B8AB-CF7EB437F695}"/>
          </ac:picMkLst>
        </pc:picChg>
        <pc:picChg chg="mod">
          <ac:chgData name="Piotr Osiński" userId="6e230295-3633-4aa6-892f-b30d1c70922d" providerId="ADAL" clId="{8F7081CA-3FE9-4986-A5D5-95C69023761B}" dt="2026-09-23T17:21:30.139" v="63"/>
          <ac:picMkLst>
            <pc:docMk/>
            <pc:sldMk cId="1886345749" sldId="256"/>
            <ac:picMk id="139" creationId="{300108B7-D95F-73F7-5F1B-67DD9E4109D6}"/>
          </ac:picMkLst>
        </pc:picChg>
        <pc:picChg chg="mod topLvl">
          <ac:chgData name="Piotr Osiński" userId="6e230295-3633-4aa6-892f-b30d1c70922d" providerId="ADAL" clId="{8F7081CA-3FE9-4986-A5D5-95C69023761B}" dt="2026-09-23T17:24:00.114" v="68" actId="164"/>
          <ac:picMkLst>
            <pc:docMk/>
            <pc:sldMk cId="1886345749" sldId="256"/>
            <ac:picMk id="142" creationId="{A7E773F9-90CD-36FC-B171-5CC1F63E8586}"/>
          </ac:picMkLst>
        </pc:picChg>
        <pc:picChg chg="add mod">
          <ac:chgData name="Piotr Osiński" userId="6e230295-3633-4aa6-892f-b30d1c70922d" providerId="ADAL" clId="{8F7081CA-3FE9-4986-A5D5-95C69023761B}" dt="2026-09-24T15:00:15.278" v="215" actId="1076"/>
          <ac:picMkLst>
            <pc:docMk/>
            <pc:sldMk cId="1886345749" sldId="256"/>
            <ac:picMk id="145" creationId="{3DA1B49D-4371-2B8C-1743-4D331404EF26}"/>
          </ac:picMkLst>
        </pc:picChg>
        <pc:picChg chg="add mod">
          <ac:chgData name="Piotr Osiński" userId="6e230295-3633-4aa6-892f-b30d1c70922d" providerId="ADAL" clId="{8F7081CA-3FE9-4986-A5D5-95C69023761B}" dt="2026-09-24T15:00:24.845" v="217" actId="1076"/>
          <ac:picMkLst>
            <pc:docMk/>
            <pc:sldMk cId="1886345749" sldId="256"/>
            <ac:picMk id="149" creationId="{EFC237E6-9289-1B80-0B2F-9CBD1D778D0D}"/>
          </ac:picMkLst>
        </pc:picChg>
        <pc:picChg chg="add mod">
          <ac:chgData name="Piotr Osiński" userId="6e230295-3633-4aa6-892f-b30d1c70922d" providerId="ADAL" clId="{8F7081CA-3FE9-4986-A5D5-95C69023761B}" dt="2026-09-24T15:00:36.473" v="219" actId="1076"/>
          <ac:picMkLst>
            <pc:docMk/>
            <pc:sldMk cId="1886345749" sldId="256"/>
            <ac:picMk id="151" creationId="{D4568E4A-C55A-66B7-3C68-E975C4ACB3E9}"/>
          </ac:picMkLst>
        </pc:picChg>
        <pc:picChg chg="add mod">
          <ac:chgData name="Piotr Osiński" userId="6e230295-3633-4aa6-892f-b30d1c70922d" providerId="ADAL" clId="{8F7081CA-3FE9-4986-A5D5-95C69023761B}" dt="2026-09-24T15:00:42.137" v="221" actId="1076"/>
          <ac:picMkLst>
            <pc:docMk/>
            <pc:sldMk cId="1886345749" sldId="256"/>
            <ac:picMk id="152" creationId="{83796F7F-A867-C797-EA25-BD649980F03E}"/>
          </ac:picMkLst>
        </pc:picChg>
        <pc:picChg chg="mod topLvl">
          <ac:chgData name="Piotr Osiński" userId="6e230295-3633-4aa6-892f-b30d1c70922d" providerId="ADAL" clId="{8F7081CA-3FE9-4986-A5D5-95C69023761B}" dt="2026-09-24T15:10:43.943" v="292" actId="1076"/>
          <ac:picMkLst>
            <pc:docMk/>
            <pc:sldMk cId="1886345749" sldId="256"/>
            <ac:picMk id="155" creationId="{18EA9349-5F49-B57D-5AD2-FC868AFDA313}"/>
          </ac:picMkLst>
        </pc:picChg>
        <pc:picChg chg="add mod">
          <ac:chgData name="Piotr Osiński" userId="6e230295-3633-4aa6-892f-b30d1c70922d" providerId="ADAL" clId="{8F7081CA-3FE9-4986-A5D5-95C69023761B}" dt="2026-09-24T15:01:38.621" v="230" actId="1076"/>
          <ac:picMkLst>
            <pc:docMk/>
            <pc:sldMk cId="1886345749" sldId="256"/>
            <ac:picMk id="157" creationId="{969000B3-05C9-4129-8CAF-070CEAA3FDD7}"/>
          </ac:picMkLst>
        </pc:picChg>
        <pc:picChg chg="add mod">
          <ac:chgData name="Piotr Osiński" userId="6e230295-3633-4aa6-892f-b30d1c70922d" providerId="ADAL" clId="{8F7081CA-3FE9-4986-A5D5-95C69023761B}" dt="2026-09-24T15:02:10.075" v="236" actId="1076"/>
          <ac:picMkLst>
            <pc:docMk/>
            <pc:sldMk cId="1886345749" sldId="256"/>
            <ac:picMk id="159" creationId="{D0389AE4-E34E-9D10-2C4A-FE8E5C971159}"/>
          </ac:picMkLst>
        </pc:picChg>
        <pc:picChg chg="add mod">
          <ac:chgData name="Piotr Osiński" userId="6e230295-3633-4aa6-892f-b30d1c70922d" providerId="ADAL" clId="{8F7081CA-3FE9-4986-A5D5-95C69023761B}" dt="2026-09-24T15:02:15.892" v="238" actId="1076"/>
          <ac:picMkLst>
            <pc:docMk/>
            <pc:sldMk cId="1886345749" sldId="256"/>
            <ac:picMk id="161" creationId="{7D931B43-55A8-A774-E891-872ABB7CDE82}"/>
          </ac:picMkLst>
        </pc:picChg>
        <pc:picChg chg="add mod">
          <ac:chgData name="Piotr Osiński" userId="6e230295-3633-4aa6-892f-b30d1c70922d" providerId="ADAL" clId="{8F7081CA-3FE9-4986-A5D5-95C69023761B}" dt="2026-09-24T15:02:28.022" v="241" actId="1076"/>
          <ac:picMkLst>
            <pc:docMk/>
            <pc:sldMk cId="1886345749" sldId="256"/>
            <ac:picMk id="162" creationId="{E924DA3C-F2E6-2E0E-8D40-A5E1C60B6D00}"/>
          </ac:picMkLst>
        </pc:picChg>
        <pc:picChg chg="add mod">
          <ac:chgData name="Piotr Osiński" userId="6e230295-3633-4aa6-892f-b30d1c70922d" providerId="ADAL" clId="{8F7081CA-3FE9-4986-A5D5-95C69023761B}" dt="2026-09-24T15:02:34.893" v="243" actId="1076"/>
          <ac:picMkLst>
            <pc:docMk/>
            <pc:sldMk cId="1886345749" sldId="256"/>
            <ac:picMk id="163" creationId="{5DAFAC75-B59D-DB2C-68A7-4FC4C18C2DB8}"/>
          </ac:picMkLst>
        </pc:picChg>
        <pc:picChg chg="add mod">
          <ac:chgData name="Piotr Osiński" userId="6e230295-3633-4aa6-892f-b30d1c70922d" providerId="ADAL" clId="{8F7081CA-3FE9-4986-A5D5-95C69023761B}" dt="2026-09-24T15:02:51.618" v="248" actId="1076"/>
          <ac:picMkLst>
            <pc:docMk/>
            <pc:sldMk cId="1886345749" sldId="256"/>
            <ac:picMk id="164" creationId="{9E87FEAE-CF8A-306A-D4C9-C9EF09D2B3F7}"/>
          </ac:picMkLst>
        </pc:picChg>
        <pc:picChg chg="add mod">
          <ac:chgData name="Piotr Osiński" userId="6e230295-3633-4aa6-892f-b30d1c70922d" providerId="ADAL" clId="{8F7081CA-3FE9-4986-A5D5-95C69023761B}" dt="2026-09-24T15:29:32.048" v="463" actId="1076"/>
          <ac:picMkLst>
            <pc:docMk/>
            <pc:sldMk cId="1886345749" sldId="256"/>
            <ac:picMk id="166" creationId="{3A45B16E-3AC0-B3E5-0FD0-638B1E96C9DA}"/>
          </ac:picMkLst>
        </pc:picChg>
        <pc:picChg chg="add mod">
          <ac:chgData name="Piotr Osiński" userId="6e230295-3633-4aa6-892f-b30d1c70922d" providerId="ADAL" clId="{8F7081CA-3FE9-4986-A5D5-95C69023761B}" dt="2026-09-24T15:04:48.131" v="257" actId="1076"/>
          <ac:picMkLst>
            <pc:docMk/>
            <pc:sldMk cId="1886345749" sldId="256"/>
            <ac:picMk id="167" creationId="{D4887A38-78EA-93FC-CEEB-0A199F08DCB0}"/>
          </ac:picMkLst>
        </pc:picChg>
        <pc:picChg chg="add mod">
          <ac:chgData name="Piotr Osiński" userId="6e230295-3633-4aa6-892f-b30d1c70922d" providerId="ADAL" clId="{8F7081CA-3FE9-4986-A5D5-95C69023761B}" dt="2026-09-24T15:05:28.741" v="260" actId="1076"/>
          <ac:picMkLst>
            <pc:docMk/>
            <pc:sldMk cId="1886345749" sldId="256"/>
            <ac:picMk id="168" creationId="{B38BB594-55AE-76F6-D885-7F849CFD7F03}"/>
          </ac:picMkLst>
        </pc:picChg>
        <pc:picChg chg="add mod">
          <ac:chgData name="Piotr Osiński" userId="6e230295-3633-4aa6-892f-b30d1c70922d" providerId="ADAL" clId="{8F7081CA-3FE9-4986-A5D5-95C69023761B}" dt="2026-09-24T15:05:36.201" v="262" actId="1076"/>
          <ac:picMkLst>
            <pc:docMk/>
            <pc:sldMk cId="1886345749" sldId="256"/>
            <ac:picMk id="169" creationId="{2EE3ED13-926A-83ED-E8FF-D4E44DBD49B2}"/>
          </ac:picMkLst>
        </pc:picChg>
        <pc:picChg chg="add mod">
          <ac:chgData name="Piotr Osiński" userId="6e230295-3633-4aa6-892f-b30d1c70922d" providerId="ADAL" clId="{8F7081CA-3FE9-4986-A5D5-95C69023761B}" dt="2026-09-24T15:05:42.461" v="264" actId="1076"/>
          <ac:picMkLst>
            <pc:docMk/>
            <pc:sldMk cId="1886345749" sldId="256"/>
            <ac:picMk id="170" creationId="{B6F1C153-48FF-6C13-8EA5-A31301299B12}"/>
          </ac:picMkLst>
        </pc:picChg>
        <pc:picChg chg="add mod">
          <ac:chgData name="Piotr Osiński" userId="6e230295-3633-4aa6-892f-b30d1c70922d" providerId="ADAL" clId="{8F7081CA-3FE9-4986-A5D5-95C69023761B}" dt="2026-09-24T15:05:50.862" v="267" actId="1076"/>
          <ac:picMkLst>
            <pc:docMk/>
            <pc:sldMk cId="1886345749" sldId="256"/>
            <ac:picMk id="171" creationId="{DBE6B06E-2F99-741E-8612-32DC57F2EAB4}"/>
          </ac:picMkLst>
        </pc:picChg>
        <pc:picChg chg="add mod">
          <ac:chgData name="Piotr Osiński" userId="6e230295-3633-4aa6-892f-b30d1c70922d" providerId="ADAL" clId="{8F7081CA-3FE9-4986-A5D5-95C69023761B}" dt="2026-09-24T15:06:20.814" v="269" actId="1076"/>
          <ac:picMkLst>
            <pc:docMk/>
            <pc:sldMk cId="1886345749" sldId="256"/>
            <ac:picMk id="172" creationId="{6CAEE1A8-2850-C6E1-1B19-E3802A7AA945}"/>
          </ac:picMkLst>
        </pc:picChg>
        <pc:picChg chg="add mod">
          <ac:chgData name="Piotr Osiński" userId="6e230295-3633-4aa6-892f-b30d1c70922d" providerId="ADAL" clId="{8F7081CA-3FE9-4986-A5D5-95C69023761B}" dt="2026-09-24T15:27:21.374" v="437" actId="1076"/>
          <ac:picMkLst>
            <pc:docMk/>
            <pc:sldMk cId="1886345749" sldId="256"/>
            <ac:picMk id="173" creationId="{4CBADA95-459D-1B8D-0D12-6377F48D95ED}"/>
          </ac:picMkLst>
        </pc:picChg>
        <pc:picChg chg="add del">
          <ac:chgData name="Piotr Osiński" userId="6e230295-3633-4aa6-892f-b30d1c70922d" providerId="ADAL" clId="{8F7081CA-3FE9-4986-A5D5-95C69023761B}" dt="2026-09-24T15:08:01.616" v="274" actId="478"/>
          <ac:picMkLst>
            <pc:docMk/>
            <pc:sldMk cId="1886345749" sldId="256"/>
            <ac:picMk id="175" creationId="{365F8707-555D-1CF5-FD4E-344F19F36ECE}"/>
          </ac:picMkLst>
        </pc:picChg>
        <pc:picChg chg="add mod">
          <ac:chgData name="Piotr Osiński" userId="6e230295-3633-4aa6-892f-b30d1c70922d" providerId="ADAL" clId="{8F7081CA-3FE9-4986-A5D5-95C69023761B}" dt="2026-09-24T15:08:24.077" v="278" actId="1076"/>
          <ac:picMkLst>
            <pc:docMk/>
            <pc:sldMk cId="1886345749" sldId="256"/>
            <ac:picMk id="177" creationId="{090DB6B1-0C42-6C99-B24E-9617593FF62C}"/>
          </ac:picMkLst>
        </pc:picChg>
        <pc:picChg chg="add mod">
          <ac:chgData name="Piotr Osiński" userId="6e230295-3633-4aa6-892f-b30d1c70922d" providerId="ADAL" clId="{8F7081CA-3FE9-4986-A5D5-95C69023761B}" dt="2026-09-24T15:08:30.147" v="280" actId="1076"/>
          <ac:picMkLst>
            <pc:docMk/>
            <pc:sldMk cId="1886345749" sldId="256"/>
            <ac:picMk id="178" creationId="{7B1FD684-F7DA-6394-219F-50E8F249A809}"/>
          </ac:picMkLst>
        </pc:picChg>
        <pc:picChg chg="add mod">
          <ac:chgData name="Piotr Osiński" userId="6e230295-3633-4aa6-892f-b30d1c70922d" providerId="ADAL" clId="{8F7081CA-3FE9-4986-A5D5-95C69023761B}" dt="2026-09-24T15:12:42.019" v="317" actId="1076"/>
          <ac:picMkLst>
            <pc:docMk/>
            <pc:sldMk cId="1886345749" sldId="256"/>
            <ac:picMk id="179" creationId="{6C26F36D-C433-63D6-F693-E36920399CF3}"/>
          </ac:picMkLst>
        </pc:picChg>
        <pc:picChg chg="add mod">
          <ac:chgData name="Piotr Osiński" userId="6e230295-3633-4aa6-892f-b30d1c70922d" providerId="ADAL" clId="{8F7081CA-3FE9-4986-A5D5-95C69023761B}" dt="2026-09-24T15:12:42.019" v="317" actId="1076"/>
          <ac:picMkLst>
            <pc:docMk/>
            <pc:sldMk cId="1886345749" sldId="256"/>
            <ac:picMk id="180" creationId="{319D1838-B917-D6FF-A787-6B12DE097648}"/>
          </ac:picMkLst>
        </pc:picChg>
        <pc:picChg chg="add mod">
          <ac:chgData name="Piotr Osiński" userId="6e230295-3633-4aa6-892f-b30d1c70922d" providerId="ADAL" clId="{8F7081CA-3FE9-4986-A5D5-95C69023761B}" dt="2026-09-24T15:16:26.466" v="335" actId="1076"/>
          <ac:picMkLst>
            <pc:docMk/>
            <pc:sldMk cId="1886345749" sldId="256"/>
            <ac:picMk id="183" creationId="{76B7E18A-A3E7-56E9-9FD5-460968FB486E}"/>
          </ac:picMkLst>
        </pc:picChg>
        <pc:picChg chg="add mod">
          <ac:chgData name="Piotr Osiński" userId="6e230295-3633-4aa6-892f-b30d1c70922d" providerId="ADAL" clId="{8F7081CA-3FE9-4986-A5D5-95C69023761B}" dt="2026-09-24T15:16:53.634" v="340" actId="1076"/>
          <ac:picMkLst>
            <pc:docMk/>
            <pc:sldMk cId="1886345749" sldId="256"/>
            <ac:picMk id="184" creationId="{36D086F2-B7D3-646C-9938-765EF3EC73F5}"/>
          </ac:picMkLst>
        </pc:picChg>
        <pc:picChg chg="add mod">
          <ac:chgData name="Piotr Osiński" userId="6e230295-3633-4aa6-892f-b30d1c70922d" providerId="ADAL" clId="{8F7081CA-3FE9-4986-A5D5-95C69023761B}" dt="2026-09-24T15:17:06.010" v="347" actId="1076"/>
          <ac:picMkLst>
            <pc:docMk/>
            <pc:sldMk cId="1886345749" sldId="256"/>
            <ac:picMk id="185" creationId="{BDD025BE-0330-FB69-3BE2-52537F5E4839}"/>
          </ac:picMkLst>
        </pc:picChg>
        <pc:picChg chg="add mod">
          <ac:chgData name="Piotr Osiński" userId="6e230295-3633-4aa6-892f-b30d1c70922d" providerId="ADAL" clId="{8F7081CA-3FE9-4986-A5D5-95C69023761B}" dt="2026-09-24T15:17:28.906" v="353" actId="1076"/>
          <ac:picMkLst>
            <pc:docMk/>
            <pc:sldMk cId="1886345749" sldId="256"/>
            <ac:picMk id="186" creationId="{5C419E47-F26D-7260-A11A-092141B5CCD2}"/>
          </ac:picMkLst>
        </pc:picChg>
        <pc:picChg chg="add mod">
          <ac:chgData name="Piotr Osiński" userId="6e230295-3633-4aa6-892f-b30d1c70922d" providerId="ADAL" clId="{8F7081CA-3FE9-4986-A5D5-95C69023761B}" dt="2026-09-24T15:17:10.664" v="349" actId="1076"/>
          <ac:picMkLst>
            <pc:docMk/>
            <pc:sldMk cId="1886345749" sldId="256"/>
            <ac:picMk id="187" creationId="{9090400B-AD6E-52ED-83FB-711A695F0655}"/>
          </ac:picMkLst>
        </pc:picChg>
        <pc:picChg chg="add mod">
          <ac:chgData name="Piotr Osiński" userId="6e230295-3633-4aa6-892f-b30d1c70922d" providerId="ADAL" clId="{8F7081CA-3FE9-4986-A5D5-95C69023761B}" dt="2026-09-24T15:17:21.492" v="351" actId="1076"/>
          <ac:picMkLst>
            <pc:docMk/>
            <pc:sldMk cId="1886345749" sldId="256"/>
            <ac:picMk id="188" creationId="{7CE789B3-CB5F-1793-3D52-46253E04D1A8}"/>
          </ac:picMkLst>
        </pc:picChg>
        <pc:picChg chg="add mod">
          <ac:chgData name="Piotr Osiński" userId="6e230295-3633-4aa6-892f-b30d1c70922d" providerId="ADAL" clId="{8F7081CA-3FE9-4986-A5D5-95C69023761B}" dt="2026-09-24T15:17:47.999" v="358" actId="1076"/>
          <ac:picMkLst>
            <pc:docMk/>
            <pc:sldMk cId="1886345749" sldId="256"/>
            <ac:picMk id="189" creationId="{9F36F7FC-84E0-6A24-C29F-44D803DE121E}"/>
          </ac:picMkLst>
        </pc:picChg>
        <pc:picChg chg="add mod">
          <ac:chgData name="Piotr Osiński" userId="6e230295-3633-4aa6-892f-b30d1c70922d" providerId="ADAL" clId="{8F7081CA-3FE9-4986-A5D5-95C69023761B}" dt="2026-09-24T15:17:53.628" v="360" actId="1076"/>
          <ac:picMkLst>
            <pc:docMk/>
            <pc:sldMk cId="1886345749" sldId="256"/>
            <ac:picMk id="190" creationId="{B02F0024-4615-B36F-1B01-C1654424248B}"/>
          </ac:picMkLst>
        </pc:picChg>
        <pc:picChg chg="add mod">
          <ac:chgData name="Piotr Osiński" userId="6e230295-3633-4aa6-892f-b30d1c70922d" providerId="ADAL" clId="{8F7081CA-3FE9-4986-A5D5-95C69023761B}" dt="2026-09-24T15:17:57.581" v="362" actId="1076"/>
          <ac:picMkLst>
            <pc:docMk/>
            <pc:sldMk cId="1886345749" sldId="256"/>
            <ac:picMk id="191" creationId="{3FE14A4C-6665-C99A-E83D-D1FC92ED2827}"/>
          </ac:picMkLst>
        </pc:picChg>
        <pc:picChg chg="add mod">
          <ac:chgData name="Piotr Osiński" userId="6e230295-3633-4aa6-892f-b30d1c70922d" providerId="ADAL" clId="{8F7081CA-3FE9-4986-A5D5-95C69023761B}" dt="2026-09-24T15:18:01.867" v="364" actId="1076"/>
          <ac:picMkLst>
            <pc:docMk/>
            <pc:sldMk cId="1886345749" sldId="256"/>
            <ac:picMk id="192" creationId="{E82E8DFF-6198-1C00-591C-08618EDE71E7}"/>
          </ac:picMkLst>
        </pc:picChg>
        <pc:picChg chg="add mod">
          <ac:chgData name="Piotr Osiński" userId="6e230295-3633-4aa6-892f-b30d1c70922d" providerId="ADAL" clId="{8F7081CA-3FE9-4986-A5D5-95C69023761B}" dt="2026-09-24T15:18:21.891" v="366" actId="1076"/>
          <ac:picMkLst>
            <pc:docMk/>
            <pc:sldMk cId="1886345749" sldId="256"/>
            <ac:picMk id="193" creationId="{28BBBCBB-54FC-DD85-67B2-6C6ACD69F76B}"/>
          </ac:picMkLst>
        </pc:picChg>
        <pc:picChg chg="add mod">
          <ac:chgData name="Piotr Osiński" userId="6e230295-3633-4aa6-892f-b30d1c70922d" providerId="ADAL" clId="{8F7081CA-3FE9-4986-A5D5-95C69023761B}" dt="2026-09-24T15:30:13.995" v="479" actId="1076"/>
          <ac:picMkLst>
            <pc:docMk/>
            <pc:sldMk cId="1886345749" sldId="256"/>
            <ac:picMk id="213" creationId="{2C90F729-CC87-B1D5-03BD-F5D63D64DCB8}"/>
          </ac:picMkLst>
        </pc:picChg>
        <pc:picChg chg="add mod">
          <ac:chgData name="Piotr Osiński" userId="6e230295-3633-4aa6-892f-b30d1c70922d" providerId="ADAL" clId="{8F7081CA-3FE9-4986-A5D5-95C69023761B}" dt="2026-09-24T15:38:04.792" v="577" actId="1076"/>
          <ac:picMkLst>
            <pc:docMk/>
            <pc:sldMk cId="1886345749" sldId="256"/>
            <ac:picMk id="231" creationId="{6F756F0E-3032-40C6-1DF8-0DC173524F14}"/>
          </ac:picMkLst>
        </pc:picChg>
        <pc:picChg chg="add mod">
          <ac:chgData name="Piotr Osiński" userId="6e230295-3633-4aa6-892f-b30d1c70922d" providerId="ADAL" clId="{8F7081CA-3FE9-4986-A5D5-95C69023761B}" dt="2026-09-24T15:38:31.143" v="583" actId="1076"/>
          <ac:picMkLst>
            <pc:docMk/>
            <pc:sldMk cId="1886345749" sldId="256"/>
            <ac:picMk id="232" creationId="{07B4C8BA-0FDC-91D6-E9BA-F41E0F37921A}"/>
          </ac:picMkLst>
        </pc:picChg>
        <pc:picChg chg="add mod">
          <ac:chgData name="Piotr Osiński" userId="6e230295-3633-4aa6-892f-b30d1c70922d" providerId="ADAL" clId="{8F7081CA-3FE9-4986-A5D5-95C69023761B}" dt="2026-09-24T16:03:21.534" v="702" actId="1076"/>
          <ac:picMkLst>
            <pc:docMk/>
            <pc:sldMk cId="1886345749" sldId="256"/>
            <ac:picMk id="245" creationId="{840B3FB4-D27E-5C10-5FF5-F3F9A7B973D2}"/>
          </ac:picMkLst>
        </pc:picChg>
        <pc:picChg chg="add mod">
          <ac:chgData name="Piotr Osiński" userId="6e230295-3633-4aa6-892f-b30d1c70922d" providerId="ADAL" clId="{8F7081CA-3FE9-4986-A5D5-95C69023761B}" dt="2026-09-24T16:01:40.595" v="687" actId="1076"/>
          <ac:picMkLst>
            <pc:docMk/>
            <pc:sldMk cId="1886345749" sldId="256"/>
            <ac:picMk id="248" creationId="{F9A5A77E-EF8C-47A0-E445-A0CCAD2EEFB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5055" y="1416983"/>
            <a:ext cx="12150329" cy="3014345"/>
          </a:xfrm>
        </p:spPr>
        <p:txBody>
          <a:bodyPr anchor="b"/>
          <a:lstStyle>
            <a:lvl1pPr algn="ctr">
              <a:defRPr sz="7575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5055" y="4547573"/>
            <a:ext cx="12150329" cy="2090400"/>
          </a:xfrm>
        </p:spPr>
        <p:txBody>
          <a:bodyPr/>
          <a:lstStyle>
            <a:lvl1pPr marL="0" indent="0" algn="ctr">
              <a:buNone/>
              <a:defRPr sz="3030"/>
            </a:lvl1pPr>
            <a:lvl2pPr marL="577215" indent="0" algn="ctr">
              <a:buNone/>
              <a:defRPr sz="2525"/>
            </a:lvl2pPr>
            <a:lvl3pPr marL="1154430" indent="0" algn="ctr">
              <a:buNone/>
              <a:defRPr sz="2273"/>
            </a:lvl3pPr>
            <a:lvl4pPr marL="1731645" indent="0" algn="ctr">
              <a:buNone/>
              <a:defRPr sz="2020"/>
            </a:lvl4pPr>
            <a:lvl5pPr marL="2308860" indent="0" algn="ctr">
              <a:buNone/>
              <a:defRPr sz="2020"/>
            </a:lvl5pPr>
            <a:lvl6pPr marL="2886075" indent="0" algn="ctr">
              <a:buNone/>
              <a:defRPr sz="2020"/>
            </a:lvl6pPr>
            <a:lvl7pPr marL="3463290" indent="0" algn="ctr">
              <a:buNone/>
              <a:defRPr sz="2020"/>
            </a:lvl7pPr>
            <a:lvl8pPr marL="4040505" indent="0" algn="ctr">
              <a:buNone/>
              <a:defRPr sz="2020"/>
            </a:lvl8pPr>
            <a:lvl9pPr marL="4617720" indent="0" algn="ctr">
              <a:buNone/>
              <a:defRPr sz="202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F3DA-380A-4AE6-9E86-51E7019EE447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EC725-51D2-41E4-9849-1F1DA255D78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8443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F3DA-380A-4AE6-9E86-51E7019EE447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EC725-51D2-41E4-9849-1F1DA255D78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93631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342" y="2158545"/>
            <a:ext cx="13972878" cy="3601580"/>
          </a:xfrm>
        </p:spPr>
        <p:txBody>
          <a:bodyPr anchor="b"/>
          <a:lstStyle>
            <a:lvl1pPr>
              <a:defRPr sz="7575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42" y="5794198"/>
            <a:ext cx="13972878" cy="1893986"/>
          </a:xfrm>
        </p:spPr>
        <p:txBody>
          <a:bodyPr/>
          <a:lstStyle>
            <a:lvl1pPr marL="0" indent="0">
              <a:buNone/>
              <a:defRPr sz="3030">
                <a:solidFill>
                  <a:schemeClr val="tx1">
                    <a:tint val="82000"/>
                  </a:schemeClr>
                </a:solidFill>
              </a:defRPr>
            </a:lvl1pPr>
            <a:lvl2pPr marL="577215" indent="0">
              <a:buNone/>
              <a:defRPr sz="2525">
                <a:solidFill>
                  <a:schemeClr val="tx1">
                    <a:tint val="82000"/>
                  </a:schemeClr>
                </a:solidFill>
              </a:defRPr>
            </a:lvl2pPr>
            <a:lvl3pPr marL="1154430" indent="0">
              <a:buNone/>
              <a:defRPr sz="2273">
                <a:solidFill>
                  <a:schemeClr val="tx1">
                    <a:tint val="82000"/>
                  </a:schemeClr>
                </a:solidFill>
              </a:defRPr>
            </a:lvl3pPr>
            <a:lvl4pPr marL="1731645" indent="0">
              <a:buNone/>
              <a:defRPr sz="2020">
                <a:solidFill>
                  <a:schemeClr val="tx1">
                    <a:tint val="82000"/>
                  </a:schemeClr>
                </a:solidFill>
              </a:defRPr>
            </a:lvl4pPr>
            <a:lvl5pPr marL="2308860" indent="0">
              <a:buNone/>
              <a:defRPr sz="2020">
                <a:solidFill>
                  <a:schemeClr val="tx1">
                    <a:tint val="82000"/>
                  </a:schemeClr>
                </a:solidFill>
              </a:defRPr>
            </a:lvl5pPr>
            <a:lvl6pPr marL="2886075" indent="0">
              <a:buNone/>
              <a:defRPr sz="2020">
                <a:solidFill>
                  <a:schemeClr val="tx1">
                    <a:tint val="82000"/>
                  </a:schemeClr>
                </a:solidFill>
              </a:defRPr>
            </a:lvl6pPr>
            <a:lvl7pPr marL="3463290" indent="0">
              <a:buNone/>
              <a:defRPr sz="2020">
                <a:solidFill>
                  <a:schemeClr val="tx1">
                    <a:tint val="82000"/>
                  </a:schemeClr>
                </a:solidFill>
              </a:defRPr>
            </a:lvl7pPr>
            <a:lvl8pPr marL="4040505" indent="0">
              <a:buNone/>
              <a:defRPr sz="2020">
                <a:solidFill>
                  <a:schemeClr val="tx1">
                    <a:tint val="82000"/>
                  </a:schemeClr>
                </a:solidFill>
              </a:defRPr>
            </a:lvl8pPr>
            <a:lvl9pPr marL="4617720" indent="0">
              <a:buNone/>
              <a:defRPr sz="20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F3DA-380A-4AE6-9E86-51E7019EE447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EC725-51D2-41E4-9849-1F1DA255D78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3045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780" y="2304852"/>
            <a:ext cx="6885186" cy="5493564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1472" y="2304852"/>
            <a:ext cx="6885186" cy="5493564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F3DA-380A-4AE6-9E86-51E7019EE447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EC725-51D2-41E4-9849-1F1DA255D78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20818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460971"/>
            <a:ext cx="13972878" cy="167352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891" y="2122468"/>
            <a:ext cx="6853544" cy="1040189"/>
          </a:xfrm>
        </p:spPr>
        <p:txBody>
          <a:bodyPr anchor="b"/>
          <a:lstStyle>
            <a:lvl1pPr marL="0" indent="0">
              <a:buNone/>
              <a:defRPr sz="3030" b="1"/>
            </a:lvl1pPr>
            <a:lvl2pPr marL="577215" indent="0">
              <a:buNone/>
              <a:defRPr sz="2525" b="1"/>
            </a:lvl2pPr>
            <a:lvl3pPr marL="1154430" indent="0">
              <a:buNone/>
              <a:defRPr sz="2273" b="1"/>
            </a:lvl3pPr>
            <a:lvl4pPr marL="1731645" indent="0">
              <a:buNone/>
              <a:defRPr sz="2020" b="1"/>
            </a:lvl4pPr>
            <a:lvl5pPr marL="2308860" indent="0">
              <a:buNone/>
              <a:defRPr sz="2020" b="1"/>
            </a:lvl5pPr>
            <a:lvl6pPr marL="2886075" indent="0">
              <a:buNone/>
              <a:defRPr sz="2020" b="1"/>
            </a:lvl6pPr>
            <a:lvl7pPr marL="3463290" indent="0">
              <a:buNone/>
              <a:defRPr sz="2020" b="1"/>
            </a:lvl7pPr>
            <a:lvl8pPr marL="4040505" indent="0">
              <a:buNone/>
              <a:defRPr sz="2020" b="1"/>
            </a:lvl8pPr>
            <a:lvl9pPr marL="4617720" indent="0">
              <a:buNone/>
              <a:defRPr sz="202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891" y="3162657"/>
            <a:ext cx="6853544" cy="465179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01472" y="2122468"/>
            <a:ext cx="6887296" cy="1040189"/>
          </a:xfrm>
        </p:spPr>
        <p:txBody>
          <a:bodyPr anchor="b"/>
          <a:lstStyle>
            <a:lvl1pPr marL="0" indent="0">
              <a:buNone/>
              <a:defRPr sz="3030" b="1"/>
            </a:lvl1pPr>
            <a:lvl2pPr marL="577215" indent="0">
              <a:buNone/>
              <a:defRPr sz="2525" b="1"/>
            </a:lvl2pPr>
            <a:lvl3pPr marL="1154430" indent="0">
              <a:buNone/>
              <a:defRPr sz="2273" b="1"/>
            </a:lvl3pPr>
            <a:lvl4pPr marL="1731645" indent="0">
              <a:buNone/>
              <a:defRPr sz="2020" b="1"/>
            </a:lvl4pPr>
            <a:lvl5pPr marL="2308860" indent="0">
              <a:buNone/>
              <a:defRPr sz="2020" b="1"/>
            </a:lvl5pPr>
            <a:lvl6pPr marL="2886075" indent="0">
              <a:buNone/>
              <a:defRPr sz="2020" b="1"/>
            </a:lvl6pPr>
            <a:lvl7pPr marL="3463290" indent="0">
              <a:buNone/>
              <a:defRPr sz="2020" b="1"/>
            </a:lvl7pPr>
            <a:lvl8pPr marL="4040505" indent="0">
              <a:buNone/>
              <a:defRPr sz="2020" b="1"/>
            </a:lvl8pPr>
            <a:lvl9pPr marL="4617720" indent="0">
              <a:buNone/>
              <a:defRPr sz="202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01472" y="3162657"/>
            <a:ext cx="6887296" cy="465179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F3DA-380A-4AE6-9E86-51E7019EE447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EC725-51D2-41E4-9849-1F1DA255D78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47093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F3DA-380A-4AE6-9E86-51E7019EE447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EC725-51D2-41E4-9849-1F1DA255D78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99418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F3DA-380A-4AE6-9E86-51E7019EE447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EC725-51D2-41E4-9849-1F1DA255D78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42857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577215"/>
            <a:ext cx="5225062" cy="2020253"/>
          </a:xfrm>
        </p:spPr>
        <p:txBody>
          <a:bodyPr anchor="b"/>
          <a:lstStyle>
            <a:lvl1pPr>
              <a:defRPr sz="404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7296" y="1246624"/>
            <a:ext cx="8201472" cy="6152952"/>
          </a:xfrm>
        </p:spPr>
        <p:txBody>
          <a:bodyPr/>
          <a:lstStyle>
            <a:lvl1pPr>
              <a:defRPr sz="4040"/>
            </a:lvl1pPr>
            <a:lvl2pPr>
              <a:defRPr sz="3535"/>
            </a:lvl2pPr>
            <a:lvl3pPr>
              <a:defRPr sz="3030"/>
            </a:lvl3pPr>
            <a:lvl4pPr>
              <a:defRPr sz="2525"/>
            </a:lvl4pPr>
            <a:lvl5pPr>
              <a:defRPr sz="2525"/>
            </a:lvl5pPr>
            <a:lvl6pPr>
              <a:defRPr sz="2525"/>
            </a:lvl6pPr>
            <a:lvl7pPr>
              <a:defRPr sz="2525"/>
            </a:lvl7pPr>
            <a:lvl8pPr>
              <a:defRPr sz="2525"/>
            </a:lvl8pPr>
            <a:lvl9pPr>
              <a:defRPr sz="2525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2597467"/>
            <a:ext cx="5225062" cy="4812130"/>
          </a:xfrm>
        </p:spPr>
        <p:txBody>
          <a:bodyPr/>
          <a:lstStyle>
            <a:lvl1pPr marL="0" indent="0">
              <a:buNone/>
              <a:defRPr sz="2020"/>
            </a:lvl1pPr>
            <a:lvl2pPr marL="577215" indent="0">
              <a:buNone/>
              <a:defRPr sz="1768"/>
            </a:lvl2pPr>
            <a:lvl3pPr marL="1154430" indent="0">
              <a:buNone/>
              <a:defRPr sz="1515"/>
            </a:lvl3pPr>
            <a:lvl4pPr marL="1731645" indent="0">
              <a:buNone/>
              <a:defRPr sz="1263"/>
            </a:lvl4pPr>
            <a:lvl5pPr marL="2308860" indent="0">
              <a:buNone/>
              <a:defRPr sz="1263"/>
            </a:lvl5pPr>
            <a:lvl6pPr marL="2886075" indent="0">
              <a:buNone/>
              <a:defRPr sz="1263"/>
            </a:lvl6pPr>
            <a:lvl7pPr marL="3463290" indent="0">
              <a:buNone/>
              <a:defRPr sz="1263"/>
            </a:lvl7pPr>
            <a:lvl8pPr marL="4040505" indent="0">
              <a:buNone/>
              <a:defRPr sz="1263"/>
            </a:lvl8pPr>
            <a:lvl9pPr marL="4617720" indent="0">
              <a:buNone/>
              <a:defRPr sz="1263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F3DA-380A-4AE6-9E86-51E7019EE447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EC725-51D2-41E4-9849-1F1DA255D78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66257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577215"/>
            <a:ext cx="5225062" cy="2020253"/>
          </a:xfrm>
        </p:spPr>
        <p:txBody>
          <a:bodyPr anchor="b"/>
          <a:lstStyle>
            <a:lvl1pPr>
              <a:defRPr sz="404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87296" y="1246624"/>
            <a:ext cx="8201472" cy="6152952"/>
          </a:xfrm>
        </p:spPr>
        <p:txBody>
          <a:bodyPr anchor="t"/>
          <a:lstStyle>
            <a:lvl1pPr marL="0" indent="0">
              <a:buNone/>
              <a:defRPr sz="4040"/>
            </a:lvl1pPr>
            <a:lvl2pPr marL="577215" indent="0">
              <a:buNone/>
              <a:defRPr sz="3535"/>
            </a:lvl2pPr>
            <a:lvl3pPr marL="1154430" indent="0">
              <a:buNone/>
              <a:defRPr sz="3030"/>
            </a:lvl3pPr>
            <a:lvl4pPr marL="1731645" indent="0">
              <a:buNone/>
              <a:defRPr sz="2525"/>
            </a:lvl4pPr>
            <a:lvl5pPr marL="2308860" indent="0">
              <a:buNone/>
              <a:defRPr sz="2525"/>
            </a:lvl5pPr>
            <a:lvl6pPr marL="2886075" indent="0">
              <a:buNone/>
              <a:defRPr sz="2525"/>
            </a:lvl6pPr>
            <a:lvl7pPr marL="3463290" indent="0">
              <a:buNone/>
              <a:defRPr sz="2525"/>
            </a:lvl7pPr>
            <a:lvl8pPr marL="4040505" indent="0">
              <a:buNone/>
              <a:defRPr sz="2525"/>
            </a:lvl8pPr>
            <a:lvl9pPr marL="4617720" indent="0">
              <a:buNone/>
              <a:defRPr sz="2525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2597467"/>
            <a:ext cx="5225062" cy="4812130"/>
          </a:xfrm>
        </p:spPr>
        <p:txBody>
          <a:bodyPr/>
          <a:lstStyle>
            <a:lvl1pPr marL="0" indent="0">
              <a:buNone/>
              <a:defRPr sz="2020"/>
            </a:lvl1pPr>
            <a:lvl2pPr marL="577215" indent="0">
              <a:buNone/>
              <a:defRPr sz="1768"/>
            </a:lvl2pPr>
            <a:lvl3pPr marL="1154430" indent="0">
              <a:buNone/>
              <a:defRPr sz="1515"/>
            </a:lvl3pPr>
            <a:lvl4pPr marL="1731645" indent="0">
              <a:buNone/>
              <a:defRPr sz="1263"/>
            </a:lvl4pPr>
            <a:lvl5pPr marL="2308860" indent="0">
              <a:buNone/>
              <a:defRPr sz="1263"/>
            </a:lvl5pPr>
            <a:lvl6pPr marL="2886075" indent="0">
              <a:buNone/>
              <a:defRPr sz="1263"/>
            </a:lvl6pPr>
            <a:lvl7pPr marL="3463290" indent="0">
              <a:buNone/>
              <a:defRPr sz="1263"/>
            </a:lvl7pPr>
            <a:lvl8pPr marL="4040505" indent="0">
              <a:buNone/>
              <a:defRPr sz="1263"/>
            </a:lvl8pPr>
            <a:lvl9pPr marL="4617720" indent="0">
              <a:buNone/>
              <a:defRPr sz="1263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F3DA-380A-4AE6-9E86-51E7019EE447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EC725-51D2-41E4-9849-1F1DA255D78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68876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F3DA-380A-4AE6-9E86-51E7019EE447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EC725-51D2-41E4-9849-1F1DA255D78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6310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93439" y="460971"/>
            <a:ext cx="3493219" cy="7337445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780" y="460971"/>
            <a:ext cx="10277153" cy="733744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F3DA-380A-4AE6-9E86-51E7019EE447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EC725-51D2-41E4-9849-1F1DA255D78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53312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780" y="460971"/>
            <a:ext cx="13972878" cy="1673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780" y="2304852"/>
            <a:ext cx="13972878" cy="5493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3780" y="8024893"/>
            <a:ext cx="3645099" cy="460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F3DA-380A-4AE6-9E86-51E7019EE447}" type="datetimeFigureOut">
              <a:rPr lang="pl-PL" smtClean="0"/>
              <a:t>25.09.2026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66395" y="8024893"/>
            <a:ext cx="5467648" cy="460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1559" y="8024893"/>
            <a:ext cx="3645099" cy="460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CEC725-51D2-41E4-9849-1F1DA255D78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1734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154430" rtl="0" eaLnBrk="1" latinLnBrk="0" hangingPunct="1">
        <a:lnSpc>
          <a:spcPct val="90000"/>
        </a:lnSpc>
        <a:spcBef>
          <a:spcPct val="0"/>
        </a:spcBef>
        <a:buNone/>
        <a:defRPr sz="55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608" indent="-288608" algn="l" defTabSz="1154430" rtl="0" eaLnBrk="1" latinLnBrk="0" hangingPunct="1">
        <a:lnSpc>
          <a:spcPct val="90000"/>
        </a:lnSpc>
        <a:spcBef>
          <a:spcPts val="1263"/>
        </a:spcBef>
        <a:buFont typeface="Arial" panose="020B0604020202020204" pitchFamily="34" charset="0"/>
        <a:buChar char="•"/>
        <a:defRPr sz="3535" kern="1200">
          <a:solidFill>
            <a:schemeClr val="tx1"/>
          </a:solidFill>
          <a:latin typeface="+mn-lt"/>
          <a:ea typeface="+mn-ea"/>
          <a:cs typeface="+mn-cs"/>
        </a:defRPr>
      </a:lvl1pPr>
      <a:lvl2pPr marL="865823" indent="-288608" algn="l" defTabSz="1154430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3030" kern="1200">
          <a:solidFill>
            <a:schemeClr val="tx1"/>
          </a:solidFill>
          <a:latin typeface="+mn-lt"/>
          <a:ea typeface="+mn-ea"/>
          <a:cs typeface="+mn-cs"/>
        </a:defRPr>
      </a:lvl2pPr>
      <a:lvl3pPr marL="1443038" indent="-288608" algn="l" defTabSz="1154430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2525" kern="1200">
          <a:solidFill>
            <a:schemeClr val="tx1"/>
          </a:solidFill>
          <a:latin typeface="+mn-lt"/>
          <a:ea typeface="+mn-ea"/>
          <a:cs typeface="+mn-cs"/>
        </a:defRPr>
      </a:lvl3pPr>
      <a:lvl4pPr marL="2020253" indent="-288608" algn="l" defTabSz="1154430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2273" kern="1200">
          <a:solidFill>
            <a:schemeClr val="tx1"/>
          </a:solidFill>
          <a:latin typeface="+mn-lt"/>
          <a:ea typeface="+mn-ea"/>
          <a:cs typeface="+mn-cs"/>
        </a:defRPr>
      </a:lvl4pPr>
      <a:lvl5pPr marL="2597468" indent="-288608" algn="l" defTabSz="1154430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2273" kern="1200">
          <a:solidFill>
            <a:schemeClr val="tx1"/>
          </a:solidFill>
          <a:latin typeface="+mn-lt"/>
          <a:ea typeface="+mn-ea"/>
          <a:cs typeface="+mn-cs"/>
        </a:defRPr>
      </a:lvl5pPr>
      <a:lvl6pPr marL="3174683" indent="-288608" algn="l" defTabSz="1154430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2273" kern="1200">
          <a:solidFill>
            <a:schemeClr val="tx1"/>
          </a:solidFill>
          <a:latin typeface="+mn-lt"/>
          <a:ea typeface="+mn-ea"/>
          <a:cs typeface="+mn-cs"/>
        </a:defRPr>
      </a:lvl6pPr>
      <a:lvl7pPr marL="3751898" indent="-288608" algn="l" defTabSz="1154430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2273" kern="1200">
          <a:solidFill>
            <a:schemeClr val="tx1"/>
          </a:solidFill>
          <a:latin typeface="+mn-lt"/>
          <a:ea typeface="+mn-ea"/>
          <a:cs typeface="+mn-cs"/>
        </a:defRPr>
      </a:lvl7pPr>
      <a:lvl8pPr marL="4329113" indent="-288608" algn="l" defTabSz="1154430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2273" kern="1200">
          <a:solidFill>
            <a:schemeClr val="tx1"/>
          </a:solidFill>
          <a:latin typeface="+mn-lt"/>
          <a:ea typeface="+mn-ea"/>
          <a:cs typeface="+mn-cs"/>
        </a:defRPr>
      </a:lvl8pPr>
      <a:lvl9pPr marL="4906328" indent="-288608" algn="l" defTabSz="1154430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22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54430" rtl="0" eaLnBrk="1" latinLnBrk="0" hangingPunct="1">
        <a:defRPr sz="2273" kern="1200">
          <a:solidFill>
            <a:schemeClr val="tx1"/>
          </a:solidFill>
          <a:latin typeface="+mn-lt"/>
          <a:ea typeface="+mn-ea"/>
          <a:cs typeface="+mn-cs"/>
        </a:defRPr>
      </a:lvl1pPr>
      <a:lvl2pPr marL="577215" algn="l" defTabSz="1154430" rtl="0" eaLnBrk="1" latinLnBrk="0" hangingPunct="1">
        <a:defRPr sz="2273" kern="1200">
          <a:solidFill>
            <a:schemeClr val="tx1"/>
          </a:solidFill>
          <a:latin typeface="+mn-lt"/>
          <a:ea typeface="+mn-ea"/>
          <a:cs typeface="+mn-cs"/>
        </a:defRPr>
      </a:lvl2pPr>
      <a:lvl3pPr marL="1154430" algn="l" defTabSz="1154430" rtl="0" eaLnBrk="1" latinLnBrk="0" hangingPunct="1">
        <a:defRPr sz="2273" kern="1200">
          <a:solidFill>
            <a:schemeClr val="tx1"/>
          </a:solidFill>
          <a:latin typeface="+mn-lt"/>
          <a:ea typeface="+mn-ea"/>
          <a:cs typeface="+mn-cs"/>
        </a:defRPr>
      </a:lvl3pPr>
      <a:lvl4pPr marL="1731645" algn="l" defTabSz="1154430" rtl="0" eaLnBrk="1" latinLnBrk="0" hangingPunct="1">
        <a:defRPr sz="2273" kern="1200">
          <a:solidFill>
            <a:schemeClr val="tx1"/>
          </a:solidFill>
          <a:latin typeface="+mn-lt"/>
          <a:ea typeface="+mn-ea"/>
          <a:cs typeface="+mn-cs"/>
        </a:defRPr>
      </a:lvl4pPr>
      <a:lvl5pPr marL="2308860" algn="l" defTabSz="1154430" rtl="0" eaLnBrk="1" latinLnBrk="0" hangingPunct="1">
        <a:defRPr sz="2273" kern="1200">
          <a:solidFill>
            <a:schemeClr val="tx1"/>
          </a:solidFill>
          <a:latin typeface="+mn-lt"/>
          <a:ea typeface="+mn-ea"/>
          <a:cs typeface="+mn-cs"/>
        </a:defRPr>
      </a:lvl5pPr>
      <a:lvl6pPr marL="2886075" algn="l" defTabSz="1154430" rtl="0" eaLnBrk="1" latinLnBrk="0" hangingPunct="1">
        <a:defRPr sz="2273" kern="1200">
          <a:solidFill>
            <a:schemeClr val="tx1"/>
          </a:solidFill>
          <a:latin typeface="+mn-lt"/>
          <a:ea typeface="+mn-ea"/>
          <a:cs typeface="+mn-cs"/>
        </a:defRPr>
      </a:lvl6pPr>
      <a:lvl7pPr marL="3463290" algn="l" defTabSz="1154430" rtl="0" eaLnBrk="1" latinLnBrk="0" hangingPunct="1">
        <a:defRPr sz="2273" kern="1200">
          <a:solidFill>
            <a:schemeClr val="tx1"/>
          </a:solidFill>
          <a:latin typeface="+mn-lt"/>
          <a:ea typeface="+mn-ea"/>
          <a:cs typeface="+mn-cs"/>
        </a:defRPr>
      </a:lvl7pPr>
      <a:lvl8pPr marL="4040505" algn="l" defTabSz="1154430" rtl="0" eaLnBrk="1" latinLnBrk="0" hangingPunct="1">
        <a:defRPr sz="2273" kern="1200">
          <a:solidFill>
            <a:schemeClr val="tx1"/>
          </a:solidFill>
          <a:latin typeface="+mn-lt"/>
          <a:ea typeface="+mn-ea"/>
          <a:cs typeface="+mn-cs"/>
        </a:defRPr>
      </a:lvl8pPr>
      <a:lvl9pPr marL="4617720" algn="l" defTabSz="1154430" rtl="0" eaLnBrk="1" latinLnBrk="0" hangingPunct="1">
        <a:defRPr sz="22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rupa 137">
            <a:extLst>
              <a:ext uri="{FF2B5EF4-FFF2-40B4-BE49-F238E27FC236}">
                <a16:creationId xmlns:a16="http://schemas.microsoft.com/office/drawing/2014/main" id="{6A6A372B-2B3B-DD4C-D8C3-998F14160F44}"/>
              </a:ext>
            </a:extLst>
          </p:cNvPr>
          <p:cNvGrpSpPr/>
          <p:nvPr/>
        </p:nvGrpSpPr>
        <p:grpSpPr>
          <a:xfrm>
            <a:off x="3003551" y="4606750"/>
            <a:ext cx="1319707" cy="470476"/>
            <a:chOff x="5128260" y="658338"/>
            <a:chExt cx="2333944" cy="470476"/>
          </a:xfrm>
        </p:grpSpPr>
        <p:pic>
          <p:nvPicPr>
            <p:cNvPr id="139" name="Obraz 138">
              <a:extLst>
                <a:ext uri="{FF2B5EF4-FFF2-40B4-BE49-F238E27FC236}">
                  <a16:creationId xmlns:a16="http://schemas.microsoft.com/office/drawing/2014/main" id="{300108B7-D95F-73F7-5F1B-67DD9E410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V="1">
              <a:off x="5128260" y="658338"/>
              <a:ext cx="2333944" cy="470476"/>
            </a:xfrm>
            <a:prstGeom prst="rect">
              <a:avLst/>
            </a:prstGeom>
          </p:spPr>
        </p:pic>
        <p:sp>
          <p:nvSpPr>
            <p:cNvPr id="140" name="Prostokąt 139">
              <a:extLst>
                <a:ext uri="{FF2B5EF4-FFF2-40B4-BE49-F238E27FC236}">
                  <a16:creationId xmlns:a16="http://schemas.microsoft.com/office/drawing/2014/main" id="{13558525-E7CF-62C7-A3F1-826C2553DC10}"/>
                </a:ext>
              </a:extLst>
            </p:cNvPr>
            <p:cNvSpPr/>
            <p:nvPr/>
          </p:nvSpPr>
          <p:spPr>
            <a:xfrm>
              <a:off x="5542828" y="735155"/>
              <a:ext cx="1523210" cy="22578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600" dirty="0"/>
                <a:t>Peron 1</a:t>
              </a:r>
            </a:p>
          </p:txBody>
        </p:sp>
      </p:grpSp>
      <p:pic>
        <p:nvPicPr>
          <p:cNvPr id="137" name="Obraz 136">
            <a:extLst>
              <a:ext uri="{FF2B5EF4-FFF2-40B4-BE49-F238E27FC236}">
                <a16:creationId xmlns:a16="http://schemas.microsoft.com/office/drawing/2014/main" id="{C8E37355-4F00-6274-B8AB-CF7EB437F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000765" y="4181944"/>
            <a:ext cx="267235" cy="1483063"/>
          </a:xfrm>
          <a:prstGeom prst="rect">
            <a:avLst/>
          </a:prstGeom>
        </p:spPr>
      </p:pic>
      <p:pic>
        <p:nvPicPr>
          <p:cNvPr id="123" name="Obraz 122">
            <a:extLst>
              <a:ext uri="{FF2B5EF4-FFF2-40B4-BE49-F238E27FC236}">
                <a16:creationId xmlns:a16="http://schemas.microsoft.com/office/drawing/2014/main" id="{8FE0F4A8-4DAB-7C4D-D254-9DF7F2B83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532" y="4167670"/>
            <a:ext cx="167303" cy="525801"/>
          </a:xfrm>
          <a:prstGeom prst="rect">
            <a:avLst/>
          </a:prstGeom>
        </p:spPr>
      </p:pic>
      <p:pic>
        <p:nvPicPr>
          <p:cNvPr id="124" name="Obraz 123">
            <a:extLst>
              <a:ext uri="{FF2B5EF4-FFF2-40B4-BE49-F238E27FC236}">
                <a16:creationId xmlns:a16="http://schemas.microsoft.com/office/drawing/2014/main" id="{A064E2EA-1A32-1341-7B77-B323B2AFA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267" y="4667714"/>
            <a:ext cx="167301" cy="979395"/>
          </a:xfrm>
          <a:prstGeom prst="rect">
            <a:avLst/>
          </a:prstGeom>
        </p:spPr>
      </p:pic>
      <p:pic>
        <p:nvPicPr>
          <p:cNvPr id="115" name="Obraz 114">
            <a:extLst>
              <a:ext uri="{FF2B5EF4-FFF2-40B4-BE49-F238E27FC236}">
                <a16:creationId xmlns:a16="http://schemas.microsoft.com/office/drawing/2014/main" id="{E56C7284-0884-9179-AA2F-B4BA75149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5221" y="2969376"/>
            <a:ext cx="267234" cy="650363"/>
          </a:xfrm>
          <a:prstGeom prst="rect">
            <a:avLst/>
          </a:prstGeom>
        </p:spPr>
      </p:pic>
      <p:sp>
        <p:nvSpPr>
          <p:cNvPr id="4" name="Prostokąt 3">
            <a:extLst>
              <a:ext uri="{FF2B5EF4-FFF2-40B4-BE49-F238E27FC236}">
                <a16:creationId xmlns:a16="http://schemas.microsoft.com/office/drawing/2014/main" id="{9FC1B510-29C1-F11C-5932-8B0B6D3352E3}"/>
              </a:ext>
            </a:extLst>
          </p:cNvPr>
          <p:cNvSpPr/>
          <p:nvPr/>
        </p:nvSpPr>
        <p:spPr>
          <a:xfrm>
            <a:off x="15803308" y="4148119"/>
            <a:ext cx="396000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14F54515-53F6-12BB-0B9F-C1FB64FD0D76}"/>
              </a:ext>
            </a:extLst>
          </p:cNvPr>
          <p:cNvSpPr/>
          <p:nvPr/>
        </p:nvSpPr>
        <p:spPr>
          <a:xfrm>
            <a:off x="15337790" y="4143340"/>
            <a:ext cx="396000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777C0E51-50B5-FE26-9D6C-225CAA4CB95C}"/>
              </a:ext>
            </a:extLst>
          </p:cNvPr>
          <p:cNvSpPr/>
          <p:nvPr/>
        </p:nvSpPr>
        <p:spPr>
          <a:xfrm>
            <a:off x="14872272" y="4148120"/>
            <a:ext cx="396000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325942B3-98B8-8270-4BC4-79C858082765}"/>
              </a:ext>
            </a:extLst>
          </p:cNvPr>
          <p:cNvSpPr/>
          <p:nvPr/>
        </p:nvSpPr>
        <p:spPr>
          <a:xfrm>
            <a:off x="14435954" y="4148119"/>
            <a:ext cx="396000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ACF505E2-9252-A220-CF34-4DFFB6E5A780}"/>
              </a:ext>
            </a:extLst>
          </p:cNvPr>
          <p:cNvSpPr/>
          <p:nvPr/>
        </p:nvSpPr>
        <p:spPr>
          <a:xfrm>
            <a:off x="15803308" y="3664255"/>
            <a:ext cx="396000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30D19F81-1AF1-AF08-0CF6-3056F93D2FC0}"/>
              </a:ext>
            </a:extLst>
          </p:cNvPr>
          <p:cNvSpPr/>
          <p:nvPr/>
        </p:nvSpPr>
        <p:spPr>
          <a:xfrm>
            <a:off x="15342924" y="3669200"/>
            <a:ext cx="396000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726651E1-BAD2-00F2-8A13-14BCAFF46000}"/>
              </a:ext>
            </a:extLst>
          </p:cNvPr>
          <p:cNvSpPr/>
          <p:nvPr/>
        </p:nvSpPr>
        <p:spPr>
          <a:xfrm>
            <a:off x="14872272" y="3664254"/>
            <a:ext cx="396000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BD33E134-0280-6A8E-9E2B-4DF7F608FA90}"/>
              </a:ext>
            </a:extLst>
          </p:cNvPr>
          <p:cNvSpPr/>
          <p:nvPr/>
        </p:nvSpPr>
        <p:spPr>
          <a:xfrm>
            <a:off x="14409920" y="3664538"/>
            <a:ext cx="396000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F26F4B9B-B6A2-2974-AA2F-2F1690C0F192}"/>
              </a:ext>
            </a:extLst>
          </p:cNvPr>
          <p:cNvSpPr/>
          <p:nvPr/>
        </p:nvSpPr>
        <p:spPr>
          <a:xfrm>
            <a:off x="15804438" y="2141080"/>
            <a:ext cx="396000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CAAC9FE2-5379-B981-6A3F-B4145DCA58B3}"/>
              </a:ext>
            </a:extLst>
          </p:cNvPr>
          <p:cNvSpPr/>
          <p:nvPr/>
        </p:nvSpPr>
        <p:spPr>
          <a:xfrm>
            <a:off x="15344054" y="2141080"/>
            <a:ext cx="396000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F48C53CD-3CE4-EAB1-5234-3366F646118B}"/>
              </a:ext>
            </a:extLst>
          </p:cNvPr>
          <p:cNvSpPr/>
          <p:nvPr/>
        </p:nvSpPr>
        <p:spPr>
          <a:xfrm>
            <a:off x="14877552" y="2136289"/>
            <a:ext cx="396000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706E2FCD-1C57-DF85-D0BC-1063555C7C20}"/>
              </a:ext>
            </a:extLst>
          </p:cNvPr>
          <p:cNvSpPr/>
          <p:nvPr/>
        </p:nvSpPr>
        <p:spPr>
          <a:xfrm>
            <a:off x="14411050" y="2130594"/>
            <a:ext cx="396000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E9728C19-2411-0FF9-F791-74EA0725B6E5}"/>
              </a:ext>
            </a:extLst>
          </p:cNvPr>
          <p:cNvSpPr/>
          <p:nvPr/>
        </p:nvSpPr>
        <p:spPr>
          <a:xfrm>
            <a:off x="15804438" y="1657216"/>
            <a:ext cx="396000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A3541DE8-9C06-48E3-D05D-9EC686049F21}"/>
              </a:ext>
            </a:extLst>
          </p:cNvPr>
          <p:cNvSpPr/>
          <p:nvPr/>
        </p:nvSpPr>
        <p:spPr>
          <a:xfrm>
            <a:off x="15344054" y="1656240"/>
            <a:ext cx="396000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F8828DAE-7406-F661-A82F-A1160212D69B}"/>
              </a:ext>
            </a:extLst>
          </p:cNvPr>
          <p:cNvSpPr/>
          <p:nvPr/>
        </p:nvSpPr>
        <p:spPr>
          <a:xfrm>
            <a:off x="14877552" y="1656938"/>
            <a:ext cx="396000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9" name="Prostokąt 18">
            <a:extLst>
              <a:ext uri="{FF2B5EF4-FFF2-40B4-BE49-F238E27FC236}">
                <a16:creationId xmlns:a16="http://schemas.microsoft.com/office/drawing/2014/main" id="{9D3D0BA0-71C9-DC90-9DD4-A3BCD9717CED}"/>
              </a:ext>
            </a:extLst>
          </p:cNvPr>
          <p:cNvSpPr/>
          <p:nvPr/>
        </p:nvSpPr>
        <p:spPr>
          <a:xfrm>
            <a:off x="14424606" y="1656240"/>
            <a:ext cx="396000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0" name="Prostokąt 19">
            <a:extLst>
              <a:ext uri="{FF2B5EF4-FFF2-40B4-BE49-F238E27FC236}">
                <a16:creationId xmlns:a16="http://schemas.microsoft.com/office/drawing/2014/main" id="{ACDFDE5C-7B5E-FDC8-5F6E-982E457D87C9}"/>
              </a:ext>
            </a:extLst>
          </p:cNvPr>
          <p:cNvSpPr/>
          <p:nvPr/>
        </p:nvSpPr>
        <p:spPr>
          <a:xfrm>
            <a:off x="1298128" y="4154086"/>
            <a:ext cx="541972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1" name="Prostokąt 20">
            <a:extLst>
              <a:ext uri="{FF2B5EF4-FFF2-40B4-BE49-F238E27FC236}">
                <a16:creationId xmlns:a16="http://schemas.microsoft.com/office/drawing/2014/main" id="{6842BF7C-FC2C-78D6-339B-681064093CA3}"/>
              </a:ext>
            </a:extLst>
          </p:cNvPr>
          <p:cNvSpPr/>
          <p:nvPr/>
        </p:nvSpPr>
        <p:spPr>
          <a:xfrm>
            <a:off x="662144" y="4154085"/>
            <a:ext cx="541972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2" name="Prostokąt 21">
            <a:extLst>
              <a:ext uri="{FF2B5EF4-FFF2-40B4-BE49-F238E27FC236}">
                <a16:creationId xmlns:a16="http://schemas.microsoft.com/office/drawing/2014/main" id="{B8F943AD-7350-946C-CCF6-0D6D2E848C71}"/>
              </a:ext>
            </a:extLst>
          </p:cNvPr>
          <p:cNvSpPr/>
          <p:nvPr/>
        </p:nvSpPr>
        <p:spPr>
          <a:xfrm>
            <a:off x="26160" y="4154084"/>
            <a:ext cx="541972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3" name="Prostokąt 22">
            <a:extLst>
              <a:ext uri="{FF2B5EF4-FFF2-40B4-BE49-F238E27FC236}">
                <a16:creationId xmlns:a16="http://schemas.microsoft.com/office/drawing/2014/main" id="{643BAE97-A5E5-34B0-E97B-38237C19272B}"/>
              </a:ext>
            </a:extLst>
          </p:cNvPr>
          <p:cNvSpPr/>
          <p:nvPr/>
        </p:nvSpPr>
        <p:spPr>
          <a:xfrm>
            <a:off x="1298128" y="3670219"/>
            <a:ext cx="541972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4" name="Prostokąt 23">
            <a:extLst>
              <a:ext uri="{FF2B5EF4-FFF2-40B4-BE49-F238E27FC236}">
                <a16:creationId xmlns:a16="http://schemas.microsoft.com/office/drawing/2014/main" id="{E4670CD3-F2E6-E502-35B1-3B549628CF51}"/>
              </a:ext>
            </a:extLst>
          </p:cNvPr>
          <p:cNvSpPr/>
          <p:nvPr/>
        </p:nvSpPr>
        <p:spPr>
          <a:xfrm>
            <a:off x="662144" y="3670219"/>
            <a:ext cx="541972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5" name="Prostokąt 24">
            <a:extLst>
              <a:ext uri="{FF2B5EF4-FFF2-40B4-BE49-F238E27FC236}">
                <a16:creationId xmlns:a16="http://schemas.microsoft.com/office/drawing/2014/main" id="{75485BA8-7BD6-D925-2EB8-13B57D7F497B}"/>
              </a:ext>
            </a:extLst>
          </p:cNvPr>
          <p:cNvSpPr/>
          <p:nvPr/>
        </p:nvSpPr>
        <p:spPr>
          <a:xfrm>
            <a:off x="26160" y="3670503"/>
            <a:ext cx="541972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6" name="Prostokąt 25">
            <a:extLst>
              <a:ext uri="{FF2B5EF4-FFF2-40B4-BE49-F238E27FC236}">
                <a16:creationId xmlns:a16="http://schemas.microsoft.com/office/drawing/2014/main" id="{660BAD67-1B5D-4484-969E-767188DCE45E}"/>
              </a:ext>
            </a:extLst>
          </p:cNvPr>
          <p:cNvSpPr/>
          <p:nvPr/>
        </p:nvSpPr>
        <p:spPr>
          <a:xfrm>
            <a:off x="1298128" y="2141082"/>
            <a:ext cx="541972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7" name="Prostokąt 26">
            <a:extLst>
              <a:ext uri="{FF2B5EF4-FFF2-40B4-BE49-F238E27FC236}">
                <a16:creationId xmlns:a16="http://schemas.microsoft.com/office/drawing/2014/main" id="{969874AE-8D00-881F-CADA-3A9E65A54B06}"/>
              </a:ext>
            </a:extLst>
          </p:cNvPr>
          <p:cNvSpPr/>
          <p:nvPr/>
        </p:nvSpPr>
        <p:spPr>
          <a:xfrm>
            <a:off x="662144" y="2141081"/>
            <a:ext cx="541972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8" name="Prostokąt 27">
            <a:extLst>
              <a:ext uri="{FF2B5EF4-FFF2-40B4-BE49-F238E27FC236}">
                <a16:creationId xmlns:a16="http://schemas.microsoft.com/office/drawing/2014/main" id="{5A06A846-307F-B4E1-6D2C-E0087CF42675}"/>
              </a:ext>
            </a:extLst>
          </p:cNvPr>
          <p:cNvSpPr/>
          <p:nvPr/>
        </p:nvSpPr>
        <p:spPr>
          <a:xfrm>
            <a:off x="26160" y="2141080"/>
            <a:ext cx="541972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9" name="Prostokąt 28">
            <a:extLst>
              <a:ext uri="{FF2B5EF4-FFF2-40B4-BE49-F238E27FC236}">
                <a16:creationId xmlns:a16="http://schemas.microsoft.com/office/drawing/2014/main" id="{024CBD72-0C08-6077-56A3-32F9C7D06D1E}"/>
              </a:ext>
            </a:extLst>
          </p:cNvPr>
          <p:cNvSpPr/>
          <p:nvPr/>
        </p:nvSpPr>
        <p:spPr>
          <a:xfrm>
            <a:off x="1298128" y="1657215"/>
            <a:ext cx="541972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0" name="Prostokąt 29">
            <a:extLst>
              <a:ext uri="{FF2B5EF4-FFF2-40B4-BE49-F238E27FC236}">
                <a16:creationId xmlns:a16="http://schemas.microsoft.com/office/drawing/2014/main" id="{EA990187-DA19-6C61-F530-3FCBDF3520D7}"/>
              </a:ext>
            </a:extLst>
          </p:cNvPr>
          <p:cNvSpPr/>
          <p:nvPr/>
        </p:nvSpPr>
        <p:spPr>
          <a:xfrm>
            <a:off x="662144" y="1657215"/>
            <a:ext cx="541972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1" name="Prostokąt 30">
            <a:extLst>
              <a:ext uri="{FF2B5EF4-FFF2-40B4-BE49-F238E27FC236}">
                <a16:creationId xmlns:a16="http://schemas.microsoft.com/office/drawing/2014/main" id="{2EB4A90E-7C5C-5360-6C02-2650977DA4A2}"/>
              </a:ext>
            </a:extLst>
          </p:cNvPr>
          <p:cNvSpPr/>
          <p:nvPr/>
        </p:nvSpPr>
        <p:spPr>
          <a:xfrm>
            <a:off x="26160" y="1657499"/>
            <a:ext cx="541972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2" name="Prostokąt 31">
            <a:extLst>
              <a:ext uri="{FF2B5EF4-FFF2-40B4-BE49-F238E27FC236}">
                <a16:creationId xmlns:a16="http://schemas.microsoft.com/office/drawing/2014/main" id="{12008074-961A-284A-6800-3B42A624A816}"/>
              </a:ext>
            </a:extLst>
          </p:cNvPr>
          <p:cNvSpPr/>
          <p:nvPr/>
        </p:nvSpPr>
        <p:spPr>
          <a:xfrm>
            <a:off x="1264489" y="5127603"/>
            <a:ext cx="541972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3" name="Prostokąt 32">
            <a:extLst>
              <a:ext uri="{FF2B5EF4-FFF2-40B4-BE49-F238E27FC236}">
                <a16:creationId xmlns:a16="http://schemas.microsoft.com/office/drawing/2014/main" id="{011D7AAA-B764-29AA-9FA2-F379478F66AC}"/>
              </a:ext>
            </a:extLst>
          </p:cNvPr>
          <p:cNvSpPr/>
          <p:nvPr/>
        </p:nvSpPr>
        <p:spPr>
          <a:xfrm>
            <a:off x="628505" y="5127603"/>
            <a:ext cx="541972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4" name="Prostokąt 33">
            <a:extLst>
              <a:ext uri="{FF2B5EF4-FFF2-40B4-BE49-F238E27FC236}">
                <a16:creationId xmlns:a16="http://schemas.microsoft.com/office/drawing/2014/main" id="{8A9EE20C-6DE4-D3E3-3AF7-0007F18514F2}"/>
              </a:ext>
            </a:extLst>
          </p:cNvPr>
          <p:cNvSpPr/>
          <p:nvPr/>
        </p:nvSpPr>
        <p:spPr>
          <a:xfrm>
            <a:off x="-7479" y="5127887"/>
            <a:ext cx="541972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5" name="Prostokąt 34">
            <a:extLst>
              <a:ext uri="{FF2B5EF4-FFF2-40B4-BE49-F238E27FC236}">
                <a16:creationId xmlns:a16="http://schemas.microsoft.com/office/drawing/2014/main" id="{62692F02-F919-B0DF-6EC3-817BDF96D734}"/>
              </a:ext>
            </a:extLst>
          </p:cNvPr>
          <p:cNvSpPr/>
          <p:nvPr/>
        </p:nvSpPr>
        <p:spPr>
          <a:xfrm>
            <a:off x="1298128" y="5662189"/>
            <a:ext cx="541972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6" name="Prostokąt 35">
            <a:extLst>
              <a:ext uri="{FF2B5EF4-FFF2-40B4-BE49-F238E27FC236}">
                <a16:creationId xmlns:a16="http://schemas.microsoft.com/office/drawing/2014/main" id="{F2D9B8A6-5CA7-B19F-C2BD-569E5E705E18}"/>
              </a:ext>
            </a:extLst>
          </p:cNvPr>
          <p:cNvSpPr/>
          <p:nvPr/>
        </p:nvSpPr>
        <p:spPr>
          <a:xfrm>
            <a:off x="662144" y="5662188"/>
            <a:ext cx="541972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7" name="Prostokąt 36">
            <a:extLst>
              <a:ext uri="{FF2B5EF4-FFF2-40B4-BE49-F238E27FC236}">
                <a16:creationId xmlns:a16="http://schemas.microsoft.com/office/drawing/2014/main" id="{0D15BD42-73FD-E21F-67F9-62262B77BDBB}"/>
              </a:ext>
            </a:extLst>
          </p:cNvPr>
          <p:cNvSpPr/>
          <p:nvPr/>
        </p:nvSpPr>
        <p:spPr>
          <a:xfrm>
            <a:off x="26160" y="5662187"/>
            <a:ext cx="541972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40" name="Obraz 39">
            <a:extLst>
              <a:ext uri="{FF2B5EF4-FFF2-40B4-BE49-F238E27FC236}">
                <a16:creationId xmlns:a16="http://schemas.microsoft.com/office/drawing/2014/main" id="{CEB2F0F6-9521-1948-B08D-022EC278B2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490" y="3531184"/>
            <a:ext cx="307174" cy="242357"/>
          </a:xfrm>
          <a:prstGeom prst="rect">
            <a:avLst/>
          </a:prstGeom>
        </p:spPr>
      </p:pic>
      <p:pic>
        <p:nvPicPr>
          <p:cNvPr id="44" name="Obraz 43">
            <a:extLst>
              <a:ext uri="{FF2B5EF4-FFF2-40B4-BE49-F238E27FC236}">
                <a16:creationId xmlns:a16="http://schemas.microsoft.com/office/drawing/2014/main" id="{13DBAD27-4EE0-AD65-BADA-32C7554286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8894" y="3990284"/>
            <a:ext cx="362659" cy="309048"/>
          </a:xfrm>
          <a:prstGeom prst="rect">
            <a:avLst/>
          </a:prstGeom>
        </p:spPr>
      </p:pic>
      <p:pic>
        <p:nvPicPr>
          <p:cNvPr id="45" name="Obraz 44">
            <a:extLst>
              <a:ext uri="{FF2B5EF4-FFF2-40B4-BE49-F238E27FC236}">
                <a16:creationId xmlns:a16="http://schemas.microsoft.com/office/drawing/2014/main" id="{D9815D12-E5F8-5A11-6D6F-F721A4E00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728" y="1479140"/>
            <a:ext cx="365117" cy="288074"/>
          </a:xfrm>
          <a:prstGeom prst="rect">
            <a:avLst/>
          </a:prstGeom>
        </p:spPr>
      </p:pic>
      <p:pic>
        <p:nvPicPr>
          <p:cNvPr id="46" name="Obraz 45">
            <a:extLst>
              <a:ext uri="{FF2B5EF4-FFF2-40B4-BE49-F238E27FC236}">
                <a16:creationId xmlns:a16="http://schemas.microsoft.com/office/drawing/2014/main" id="{93E7E689-34CC-F161-063B-4FB0095E2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601" y="1975839"/>
            <a:ext cx="405242" cy="345336"/>
          </a:xfrm>
          <a:prstGeom prst="rect">
            <a:avLst/>
          </a:prstGeom>
        </p:spPr>
      </p:pic>
      <p:pic>
        <p:nvPicPr>
          <p:cNvPr id="47" name="Obraz 46">
            <a:extLst>
              <a:ext uri="{FF2B5EF4-FFF2-40B4-BE49-F238E27FC236}">
                <a16:creationId xmlns:a16="http://schemas.microsoft.com/office/drawing/2014/main" id="{F361C17F-575B-2580-354C-A14DB090D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6882" y="4981117"/>
            <a:ext cx="365119" cy="288075"/>
          </a:xfrm>
          <a:prstGeom prst="rect">
            <a:avLst/>
          </a:prstGeom>
        </p:spPr>
      </p:pic>
      <p:pic>
        <p:nvPicPr>
          <p:cNvPr id="48" name="Obraz 47">
            <a:extLst>
              <a:ext uri="{FF2B5EF4-FFF2-40B4-BE49-F238E27FC236}">
                <a16:creationId xmlns:a16="http://schemas.microsoft.com/office/drawing/2014/main" id="{0B0A552E-0E43-B4D3-B406-71C9D1E2B6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5659" y="5478947"/>
            <a:ext cx="362659" cy="309048"/>
          </a:xfrm>
          <a:prstGeom prst="rect">
            <a:avLst/>
          </a:prstGeom>
        </p:spPr>
      </p:pic>
      <p:pic>
        <p:nvPicPr>
          <p:cNvPr id="50" name="Obraz 49">
            <a:extLst>
              <a:ext uri="{FF2B5EF4-FFF2-40B4-BE49-F238E27FC236}">
                <a16:creationId xmlns:a16="http://schemas.microsoft.com/office/drawing/2014/main" id="{4AF4BA8A-6B4B-AD4B-B68F-21ABB6437A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23731" y="1492494"/>
            <a:ext cx="368360" cy="309048"/>
          </a:xfrm>
          <a:prstGeom prst="rect">
            <a:avLst/>
          </a:prstGeom>
        </p:spPr>
      </p:pic>
      <p:pic>
        <p:nvPicPr>
          <p:cNvPr id="52" name="Obraz 51">
            <a:extLst>
              <a:ext uri="{FF2B5EF4-FFF2-40B4-BE49-F238E27FC236}">
                <a16:creationId xmlns:a16="http://schemas.microsoft.com/office/drawing/2014/main" id="{BCA80940-A1AB-900C-379B-C3FA21A76C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03305" y="1974171"/>
            <a:ext cx="394894" cy="309048"/>
          </a:xfrm>
          <a:prstGeom prst="rect">
            <a:avLst/>
          </a:prstGeom>
        </p:spPr>
      </p:pic>
      <p:pic>
        <p:nvPicPr>
          <p:cNvPr id="53" name="Obraz 52">
            <a:extLst>
              <a:ext uri="{FF2B5EF4-FFF2-40B4-BE49-F238E27FC236}">
                <a16:creationId xmlns:a16="http://schemas.microsoft.com/office/drawing/2014/main" id="{87C3829F-DCC4-3584-E2CC-E772C08B3C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45218" y="3505782"/>
            <a:ext cx="368360" cy="309048"/>
          </a:xfrm>
          <a:prstGeom prst="rect">
            <a:avLst/>
          </a:prstGeom>
        </p:spPr>
      </p:pic>
      <p:pic>
        <p:nvPicPr>
          <p:cNvPr id="54" name="Obraz 53">
            <a:extLst>
              <a:ext uri="{FF2B5EF4-FFF2-40B4-BE49-F238E27FC236}">
                <a16:creationId xmlns:a16="http://schemas.microsoft.com/office/drawing/2014/main" id="{2D89FF22-0D88-1CD7-8FF4-E7E324589F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42558" y="3978841"/>
            <a:ext cx="394894" cy="309048"/>
          </a:xfrm>
          <a:prstGeom prst="rect">
            <a:avLst/>
          </a:prstGeom>
        </p:spPr>
      </p:pic>
      <p:sp>
        <p:nvSpPr>
          <p:cNvPr id="55" name="pole tekstowe 54">
            <a:extLst>
              <a:ext uri="{FF2B5EF4-FFF2-40B4-BE49-F238E27FC236}">
                <a16:creationId xmlns:a16="http://schemas.microsoft.com/office/drawing/2014/main" id="{F649850C-2F6D-42AD-CD8F-FF07391E988D}"/>
              </a:ext>
            </a:extLst>
          </p:cNvPr>
          <p:cNvSpPr txBox="1"/>
          <p:nvPr/>
        </p:nvSpPr>
        <p:spPr>
          <a:xfrm>
            <a:off x="14657484" y="1767632"/>
            <a:ext cx="1534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rgbClr val="666666"/>
                </a:solidFill>
                <a:latin typeface="Bahnschrift SemiBold Condensed" panose="020B0502040204020203" pitchFamily="34" charset="0"/>
              </a:rPr>
              <a:t>Gdańsk Gł. LK 250</a:t>
            </a:r>
          </a:p>
        </p:txBody>
      </p:sp>
      <p:sp>
        <p:nvSpPr>
          <p:cNvPr id="56" name="pole tekstowe 55">
            <a:extLst>
              <a:ext uri="{FF2B5EF4-FFF2-40B4-BE49-F238E27FC236}">
                <a16:creationId xmlns:a16="http://schemas.microsoft.com/office/drawing/2014/main" id="{5F595431-2812-4425-3B75-49B2F6E717FA}"/>
              </a:ext>
            </a:extLst>
          </p:cNvPr>
          <p:cNvSpPr txBox="1"/>
          <p:nvPr/>
        </p:nvSpPr>
        <p:spPr>
          <a:xfrm>
            <a:off x="14657484" y="3781208"/>
            <a:ext cx="1534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rgbClr val="666666"/>
                </a:solidFill>
                <a:latin typeface="Bahnschrift SemiBold Condensed" panose="020B0502040204020203" pitchFamily="34" charset="0"/>
              </a:rPr>
              <a:t>Gdańsk Gł. LK 202</a:t>
            </a:r>
          </a:p>
        </p:txBody>
      </p:sp>
      <p:sp>
        <p:nvSpPr>
          <p:cNvPr id="57" name="pole tekstowe 56">
            <a:extLst>
              <a:ext uri="{FF2B5EF4-FFF2-40B4-BE49-F238E27FC236}">
                <a16:creationId xmlns:a16="http://schemas.microsoft.com/office/drawing/2014/main" id="{B0EDDEE1-8D02-BF5F-5EC5-FCD4659CEA6F}"/>
              </a:ext>
            </a:extLst>
          </p:cNvPr>
          <p:cNvSpPr txBox="1"/>
          <p:nvPr/>
        </p:nvSpPr>
        <p:spPr>
          <a:xfrm>
            <a:off x="-5439" y="3754050"/>
            <a:ext cx="1534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rgbClr val="666666"/>
                </a:solidFill>
                <a:latin typeface="Bahnschrift SemiBold Condensed" panose="020B0502040204020203" pitchFamily="34" charset="0"/>
              </a:rPr>
              <a:t>Sopot LK 202</a:t>
            </a:r>
          </a:p>
        </p:txBody>
      </p:sp>
      <p:sp>
        <p:nvSpPr>
          <p:cNvPr id="58" name="pole tekstowe 57">
            <a:extLst>
              <a:ext uri="{FF2B5EF4-FFF2-40B4-BE49-F238E27FC236}">
                <a16:creationId xmlns:a16="http://schemas.microsoft.com/office/drawing/2014/main" id="{A112CCC9-D4A8-0416-0D98-AF300CF04524}"/>
              </a:ext>
            </a:extLst>
          </p:cNvPr>
          <p:cNvSpPr txBox="1"/>
          <p:nvPr/>
        </p:nvSpPr>
        <p:spPr>
          <a:xfrm>
            <a:off x="0" y="1193606"/>
            <a:ext cx="1845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rgbClr val="666666"/>
                </a:solidFill>
                <a:latin typeface="Bahnschrift SemiBold Condensed" panose="020B0502040204020203" pitchFamily="34" charset="0"/>
              </a:rPr>
              <a:t>Gdańsk Oliwa podg LK 250</a:t>
            </a:r>
          </a:p>
        </p:txBody>
      </p:sp>
      <p:sp>
        <p:nvSpPr>
          <p:cNvPr id="59" name="pole tekstowe 58">
            <a:extLst>
              <a:ext uri="{FF2B5EF4-FFF2-40B4-BE49-F238E27FC236}">
                <a16:creationId xmlns:a16="http://schemas.microsoft.com/office/drawing/2014/main" id="{09CB8C68-AD59-0486-5671-D1E4EFF48E25}"/>
              </a:ext>
            </a:extLst>
          </p:cNvPr>
          <p:cNvSpPr txBox="1"/>
          <p:nvPr/>
        </p:nvSpPr>
        <p:spPr>
          <a:xfrm>
            <a:off x="-39231" y="5198580"/>
            <a:ext cx="1845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rgbClr val="666666"/>
                </a:solidFill>
                <a:latin typeface="Bahnschrift SemiBold Condensed" panose="020B0502040204020203" pitchFamily="34" charset="0"/>
              </a:rPr>
              <a:t>Brętowo podg LK 248</a:t>
            </a:r>
          </a:p>
        </p:txBody>
      </p:sp>
      <p:sp>
        <p:nvSpPr>
          <p:cNvPr id="60" name="pole tekstowe 59">
            <a:extLst>
              <a:ext uri="{FF2B5EF4-FFF2-40B4-BE49-F238E27FC236}">
                <a16:creationId xmlns:a16="http://schemas.microsoft.com/office/drawing/2014/main" id="{E567DAD5-040E-AE84-9A52-CE488420FC6B}"/>
              </a:ext>
            </a:extLst>
          </p:cNvPr>
          <p:cNvSpPr txBox="1"/>
          <p:nvPr/>
        </p:nvSpPr>
        <p:spPr>
          <a:xfrm>
            <a:off x="-7212" y="5771913"/>
            <a:ext cx="1845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rgbClr val="666666"/>
                </a:solidFill>
                <a:latin typeface="Bahnschrift SemiBold Condensed" panose="020B0502040204020203" pitchFamily="34" charset="0"/>
              </a:rPr>
              <a:t>Brętowo podg LK 248</a:t>
            </a:r>
          </a:p>
        </p:txBody>
      </p:sp>
      <p:pic>
        <p:nvPicPr>
          <p:cNvPr id="62" name="Obraz 61">
            <a:extLst>
              <a:ext uri="{FF2B5EF4-FFF2-40B4-BE49-F238E27FC236}">
                <a16:creationId xmlns:a16="http://schemas.microsoft.com/office/drawing/2014/main" id="{A72ADDCE-2AC4-92DC-A1B4-E0ED2B1DA7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76001" y="1565760"/>
            <a:ext cx="122794" cy="180959"/>
          </a:xfrm>
          <a:prstGeom prst="rect">
            <a:avLst/>
          </a:prstGeom>
        </p:spPr>
      </p:pic>
      <p:pic>
        <p:nvPicPr>
          <p:cNvPr id="63" name="Obraz 62">
            <a:extLst>
              <a:ext uri="{FF2B5EF4-FFF2-40B4-BE49-F238E27FC236}">
                <a16:creationId xmlns:a16="http://schemas.microsoft.com/office/drawing/2014/main" id="{A4FDEA03-60CE-0B88-B715-1BD1E0B5CA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71492" y="2075406"/>
            <a:ext cx="131812" cy="194248"/>
          </a:xfrm>
          <a:prstGeom prst="rect">
            <a:avLst/>
          </a:prstGeom>
        </p:spPr>
      </p:pic>
      <p:pic>
        <p:nvPicPr>
          <p:cNvPr id="64" name="Obraz 63">
            <a:extLst>
              <a:ext uri="{FF2B5EF4-FFF2-40B4-BE49-F238E27FC236}">
                <a16:creationId xmlns:a16="http://schemas.microsoft.com/office/drawing/2014/main" id="{D60D1910-CA54-CDCB-0633-E9E73FCCD8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15615" y="3573091"/>
            <a:ext cx="122794" cy="180959"/>
          </a:xfrm>
          <a:prstGeom prst="rect">
            <a:avLst/>
          </a:prstGeom>
        </p:spPr>
      </p:pic>
      <p:pic>
        <p:nvPicPr>
          <p:cNvPr id="65" name="Obraz 64">
            <a:extLst>
              <a:ext uri="{FF2B5EF4-FFF2-40B4-BE49-F238E27FC236}">
                <a16:creationId xmlns:a16="http://schemas.microsoft.com/office/drawing/2014/main" id="{8943326F-0A34-6946-DB8F-B55F487A98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11106" y="4082737"/>
            <a:ext cx="131812" cy="194248"/>
          </a:xfrm>
          <a:prstGeom prst="rect">
            <a:avLst/>
          </a:prstGeom>
        </p:spPr>
      </p:pic>
      <p:pic>
        <p:nvPicPr>
          <p:cNvPr id="67" name="Obraz 66">
            <a:extLst>
              <a:ext uri="{FF2B5EF4-FFF2-40B4-BE49-F238E27FC236}">
                <a16:creationId xmlns:a16="http://schemas.microsoft.com/office/drawing/2014/main" id="{BE7A179B-5F55-C154-5308-6B550B5C14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58163" y="1532700"/>
            <a:ext cx="167302" cy="180959"/>
          </a:xfrm>
          <a:prstGeom prst="rect">
            <a:avLst/>
          </a:prstGeom>
        </p:spPr>
      </p:pic>
      <p:pic>
        <p:nvPicPr>
          <p:cNvPr id="68" name="Obraz 67">
            <a:extLst>
              <a:ext uri="{FF2B5EF4-FFF2-40B4-BE49-F238E27FC236}">
                <a16:creationId xmlns:a16="http://schemas.microsoft.com/office/drawing/2014/main" id="{FC9B6C8D-53D9-F416-95C0-854D023502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57112" y="2088698"/>
            <a:ext cx="167302" cy="180959"/>
          </a:xfrm>
          <a:prstGeom prst="rect">
            <a:avLst/>
          </a:prstGeom>
        </p:spPr>
      </p:pic>
      <p:pic>
        <p:nvPicPr>
          <p:cNvPr id="70" name="Obraz 69">
            <a:extLst>
              <a:ext uri="{FF2B5EF4-FFF2-40B4-BE49-F238E27FC236}">
                <a16:creationId xmlns:a16="http://schemas.microsoft.com/office/drawing/2014/main" id="{63011D47-EBE8-097A-62C0-81C72C1E17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3473" y="3592582"/>
            <a:ext cx="167302" cy="180959"/>
          </a:xfrm>
          <a:prstGeom prst="rect">
            <a:avLst/>
          </a:prstGeom>
        </p:spPr>
      </p:pic>
      <p:pic>
        <p:nvPicPr>
          <p:cNvPr id="72" name="Obraz 71">
            <a:extLst>
              <a:ext uri="{FF2B5EF4-FFF2-40B4-BE49-F238E27FC236}">
                <a16:creationId xmlns:a16="http://schemas.microsoft.com/office/drawing/2014/main" id="{D7801730-D7DE-0B14-7CA9-7315EDF067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6598" y="4084194"/>
            <a:ext cx="167302" cy="180959"/>
          </a:xfrm>
          <a:prstGeom prst="rect">
            <a:avLst/>
          </a:prstGeom>
        </p:spPr>
      </p:pic>
      <p:pic>
        <p:nvPicPr>
          <p:cNvPr id="73" name="Obraz 72">
            <a:extLst>
              <a:ext uri="{FF2B5EF4-FFF2-40B4-BE49-F238E27FC236}">
                <a16:creationId xmlns:a16="http://schemas.microsoft.com/office/drawing/2014/main" id="{E7AFC6C7-8497-C4FF-E5FD-7E24B695CA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3473" y="5059540"/>
            <a:ext cx="167302" cy="180959"/>
          </a:xfrm>
          <a:prstGeom prst="rect">
            <a:avLst/>
          </a:prstGeom>
        </p:spPr>
      </p:pic>
      <p:pic>
        <p:nvPicPr>
          <p:cNvPr id="74" name="Obraz 73">
            <a:extLst>
              <a:ext uri="{FF2B5EF4-FFF2-40B4-BE49-F238E27FC236}">
                <a16:creationId xmlns:a16="http://schemas.microsoft.com/office/drawing/2014/main" id="{9BC350AB-129F-94F8-1619-1DE6E0E2F5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1551" y="5585332"/>
            <a:ext cx="167302" cy="180959"/>
          </a:xfrm>
          <a:prstGeom prst="rect">
            <a:avLst/>
          </a:prstGeom>
        </p:spPr>
      </p:pic>
      <p:sp>
        <p:nvSpPr>
          <p:cNvPr id="75" name="pole tekstowe 74">
            <a:extLst>
              <a:ext uri="{FF2B5EF4-FFF2-40B4-BE49-F238E27FC236}">
                <a16:creationId xmlns:a16="http://schemas.microsoft.com/office/drawing/2014/main" id="{48420439-744C-DFC1-7C0B-C5F81AC3C51B}"/>
              </a:ext>
            </a:extLst>
          </p:cNvPr>
          <p:cNvSpPr txBox="1"/>
          <p:nvPr/>
        </p:nvSpPr>
        <p:spPr>
          <a:xfrm>
            <a:off x="13872042" y="3350466"/>
            <a:ext cx="210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B</a:t>
            </a:r>
          </a:p>
        </p:txBody>
      </p:sp>
      <p:sp>
        <p:nvSpPr>
          <p:cNvPr id="76" name="pole tekstowe 75">
            <a:extLst>
              <a:ext uri="{FF2B5EF4-FFF2-40B4-BE49-F238E27FC236}">
                <a16:creationId xmlns:a16="http://schemas.microsoft.com/office/drawing/2014/main" id="{6F4F57EE-443D-1AEC-88E7-DCAEFEB16F55}"/>
              </a:ext>
            </a:extLst>
          </p:cNvPr>
          <p:cNvSpPr txBox="1"/>
          <p:nvPr/>
        </p:nvSpPr>
        <p:spPr>
          <a:xfrm>
            <a:off x="13876001" y="3877085"/>
            <a:ext cx="210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A</a:t>
            </a:r>
          </a:p>
        </p:txBody>
      </p:sp>
      <p:sp>
        <p:nvSpPr>
          <p:cNvPr id="77" name="Prostokąt 76">
            <a:extLst>
              <a:ext uri="{FF2B5EF4-FFF2-40B4-BE49-F238E27FC236}">
                <a16:creationId xmlns:a16="http://schemas.microsoft.com/office/drawing/2014/main" id="{D4B40223-91B3-FCA2-92D1-80F012864D13}"/>
              </a:ext>
            </a:extLst>
          </p:cNvPr>
          <p:cNvSpPr/>
          <p:nvPr/>
        </p:nvSpPr>
        <p:spPr>
          <a:xfrm>
            <a:off x="2433048" y="3647359"/>
            <a:ext cx="11394235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8" name="Prostokąt 77">
            <a:extLst>
              <a:ext uri="{FF2B5EF4-FFF2-40B4-BE49-F238E27FC236}">
                <a16:creationId xmlns:a16="http://schemas.microsoft.com/office/drawing/2014/main" id="{7E9F0781-7C5D-D850-F921-5D2487039E5D}"/>
              </a:ext>
            </a:extLst>
          </p:cNvPr>
          <p:cNvSpPr/>
          <p:nvPr/>
        </p:nvSpPr>
        <p:spPr>
          <a:xfrm>
            <a:off x="2433048" y="4121951"/>
            <a:ext cx="11394236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80" name="Obraz 79">
            <a:extLst>
              <a:ext uri="{FF2B5EF4-FFF2-40B4-BE49-F238E27FC236}">
                <a16:creationId xmlns:a16="http://schemas.microsoft.com/office/drawing/2014/main" id="{1E268745-CC3B-A241-3F98-E196A464A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6293" y="3709974"/>
            <a:ext cx="99589" cy="395927"/>
          </a:xfrm>
          <a:prstGeom prst="rect">
            <a:avLst/>
          </a:prstGeom>
        </p:spPr>
      </p:pic>
      <p:sp>
        <p:nvSpPr>
          <p:cNvPr id="82" name="Prostokąt 81">
            <a:extLst>
              <a:ext uri="{FF2B5EF4-FFF2-40B4-BE49-F238E27FC236}">
                <a16:creationId xmlns:a16="http://schemas.microsoft.com/office/drawing/2014/main" id="{94F5AF0F-209D-E601-BBAB-D6C51DA13B03}"/>
              </a:ext>
            </a:extLst>
          </p:cNvPr>
          <p:cNvSpPr/>
          <p:nvPr/>
        </p:nvSpPr>
        <p:spPr>
          <a:xfrm flipV="1">
            <a:off x="2509671" y="1608458"/>
            <a:ext cx="11323652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3" name="Prostokąt 82">
            <a:extLst>
              <a:ext uri="{FF2B5EF4-FFF2-40B4-BE49-F238E27FC236}">
                <a16:creationId xmlns:a16="http://schemas.microsoft.com/office/drawing/2014/main" id="{0B5A09B0-A01C-1539-E71B-246F5FF2C204}"/>
              </a:ext>
            </a:extLst>
          </p:cNvPr>
          <p:cNvSpPr/>
          <p:nvPr/>
        </p:nvSpPr>
        <p:spPr>
          <a:xfrm>
            <a:off x="2509672" y="2165501"/>
            <a:ext cx="11339677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84" name="Obraz 83">
            <a:extLst>
              <a:ext uri="{FF2B5EF4-FFF2-40B4-BE49-F238E27FC236}">
                <a16:creationId xmlns:a16="http://schemas.microsoft.com/office/drawing/2014/main" id="{C8F52508-D4D7-67D6-E929-1950B5978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2332" y="1716794"/>
            <a:ext cx="99589" cy="395927"/>
          </a:xfrm>
          <a:prstGeom prst="rect">
            <a:avLst/>
          </a:prstGeom>
        </p:spPr>
      </p:pic>
      <p:pic>
        <p:nvPicPr>
          <p:cNvPr id="85" name="Obraz 84">
            <a:extLst>
              <a:ext uri="{FF2B5EF4-FFF2-40B4-BE49-F238E27FC236}">
                <a16:creationId xmlns:a16="http://schemas.microsoft.com/office/drawing/2014/main" id="{C63CBC81-65A1-C0C7-B43A-3F1E86D99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712369" y="1716794"/>
            <a:ext cx="105843" cy="395927"/>
          </a:xfrm>
          <a:prstGeom prst="rect">
            <a:avLst/>
          </a:prstGeom>
        </p:spPr>
      </p:pic>
      <p:pic>
        <p:nvPicPr>
          <p:cNvPr id="86" name="Obraz 85">
            <a:extLst>
              <a:ext uri="{FF2B5EF4-FFF2-40B4-BE49-F238E27FC236}">
                <a16:creationId xmlns:a16="http://schemas.microsoft.com/office/drawing/2014/main" id="{EDC3ED3E-593E-B9DA-C348-2348DFD46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805" y="1720408"/>
            <a:ext cx="99589" cy="395927"/>
          </a:xfrm>
          <a:prstGeom prst="rect">
            <a:avLst/>
          </a:prstGeom>
        </p:spPr>
      </p:pic>
      <p:pic>
        <p:nvPicPr>
          <p:cNvPr id="87" name="Obraz 86">
            <a:extLst>
              <a:ext uri="{FF2B5EF4-FFF2-40B4-BE49-F238E27FC236}">
                <a16:creationId xmlns:a16="http://schemas.microsoft.com/office/drawing/2014/main" id="{28E351DE-F9C6-44BC-7E7B-6B6F23E24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955182" y="1720408"/>
            <a:ext cx="105843" cy="395927"/>
          </a:xfrm>
          <a:prstGeom prst="rect">
            <a:avLst/>
          </a:prstGeom>
        </p:spPr>
      </p:pic>
      <p:sp>
        <p:nvSpPr>
          <p:cNvPr id="88" name="Prostokąt 87">
            <a:extLst>
              <a:ext uri="{FF2B5EF4-FFF2-40B4-BE49-F238E27FC236}">
                <a16:creationId xmlns:a16="http://schemas.microsoft.com/office/drawing/2014/main" id="{90F1F702-9351-CA7D-7EDA-4E9E98D187BF}"/>
              </a:ext>
            </a:extLst>
          </p:cNvPr>
          <p:cNvSpPr/>
          <p:nvPr/>
        </p:nvSpPr>
        <p:spPr>
          <a:xfrm>
            <a:off x="5619751" y="2439426"/>
            <a:ext cx="6471639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9" name="Prostokąt 88">
            <a:extLst>
              <a:ext uri="{FF2B5EF4-FFF2-40B4-BE49-F238E27FC236}">
                <a16:creationId xmlns:a16="http://schemas.microsoft.com/office/drawing/2014/main" id="{C21C6469-DCEB-C878-7D8E-A1199345CC29}"/>
              </a:ext>
            </a:extLst>
          </p:cNvPr>
          <p:cNvSpPr/>
          <p:nvPr/>
        </p:nvSpPr>
        <p:spPr>
          <a:xfrm>
            <a:off x="3835401" y="5654357"/>
            <a:ext cx="8174038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pSp>
        <p:nvGrpSpPr>
          <p:cNvPr id="113" name="Grupa 112">
            <a:extLst>
              <a:ext uri="{FF2B5EF4-FFF2-40B4-BE49-F238E27FC236}">
                <a16:creationId xmlns:a16="http://schemas.microsoft.com/office/drawing/2014/main" id="{C071BD99-23FD-8717-1643-9A56430A707B}"/>
              </a:ext>
            </a:extLst>
          </p:cNvPr>
          <p:cNvGrpSpPr/>
          <p:nvPr/>
        </p:nvGrpSpPr>
        <p:grpSpPr>
          <a:xfrm>
            <a:off x="9163847" y="1681267"/>
            <a:ext cx="2327173" cy="461912"/>
            <a:chOff x="5155406" y="1228014"/>
            <a:chExt cx="2327173" cy="461912"/>
          </a:xfrm>
        </p:grpSpPr>
        <p:pic>
          <p:nvPicPr>
            <p:cNvPr id="98" name="Obraz 97">
              <a:extLst>
                <a:ext uri="{FF2B5EF4-FFF2-40B4-BE49-F238E27FC236}">
                  <a16:creationId xmlns:a16="http://schemas.microsoft.com/office/drawing/2014/main" id="{762E16B2-7FB7-370B-9BC1-7EB904CCC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55406" y="1228014"/>
              <a:ext cx="2327173" cy="461912"/>
            </a:xfrm>
            <a:prstGeom prst="rect">
              <a:avLst/>
            </a:prstGeom>
          </p:spPr>
        </p:pic>
        <p:sp>
          <p:nvSpPr>
            <p:cNvPr id="99" name="Prostokąt 98">
              <a:extLst>
                <a:ext uri="{FF2B5EF4-FFF2-40B4-BE49-F238E27FC236}">
                  <a16:creationId xmlns:a16="http://schemas.microsoft.com/office/drawing/2014/main" id="{1DA40801-9D93-D967-29E7-52AA53417EE8}"/>
                </a:ext>
              </a:extLst>
            </p:cNvPr>
            <p:cNvSpPr/>
            <p:nvPr/>
          </p:nvSpPr>
          <p:spPr>
            <a:xfrm>
              <a:off x="5692140" y="1339913"/>
              <a:ext cx="1150620" cy="20179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dirty="0"/>
                <a:t>Peron 3</a:t>
              </a:r>
            </a:p>
          </p:txBody>
        </p:sp>
      </p:grpSp>
      <p:grpSp>
        <p:nvGrpSpPr>
          <p:cNvPr id="150" name="Grupa 149">
            <a:extLst>
              <a:ext uri="{FF2B5EF4-FFF2-40B4-BE49-F238E27FC236}">
                <a16:creationId xmlns:a16="http://schemas.microsoft.com/office/drawing/2014/main" id="{23AC567C-DA4E-1405-2B98-097A2068ADAB}"/>
              </a:ext>
            </a:extLst>
          </p:cNvPr>
          <p:cNvGrpSpPr/>
          <p:nvPr/>
        </p:nvGrpSpPr>
        <p:grpSpPr>
          <a:xfrm>
            <a:off x="10409432" y="2583462"/>
            <a:ext cx="1243390" cy="1009118"/>
            <a:chOff x="10409432" y="2130209"/>
            <a:chExt cx="1243390" cy="1009118"/>
          </a:xfrm>
        </p:grpSpPr>
        <p:pic>
          <p:nvPicPr>
            <p:cNvPr id="95" name="Obraz 94">
              <a:extLst>
                <a:ext uri="{FF2B5EF4-FFF2-40B4-BE49-F238E27FC236}">
                  <a16:creationId xmlns:a16="http://schemas.microsoft.com/office/drawing/2014/main" id="{645A08EF-653A-8D82-A8A5-C462DEB8E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409432" y="2130209"/>
              <a:ext cx="1243390" cy="1009118"/>
            </a:xfrm>
            <a:prstGeom prst="rect">
              <a:avLst/>
            </a:prstGeom>
          </p:spPr>
        </p:pic>
        <p:sp>
          <p:nvSpPr>
            <p:cNvPr id="112" name="Prostokąt 111">
              <a:extLst>
                <a:ext uri="{FF2B5EF4-FFF2-40B4-BE49-F238E27FC236}">
                  <a16:creationId xmlns:a16="http://schemas.microsoft.com/office/drawing/2014/main" id="{9D1CB7C7-1AE9-D2DD-3D83-2508CA048147}"/>
                </a:ext>
              </a:extLst>
            </p:cNvPr>
            <p:cNvSpPr/>
            <p:nvPr/>
          </p:nvSpPr>
          <p:spPr>
            <a:xfrm>
              <a:off x="10522168" y="2452519"/>
              <a:ext cx="1017918" cy="32953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dirty="0"/>
                <a:t>Peron 2</a:t>
              </a:r>
            </a:p>
          </p:txBody>
        </p:sp>
      </p:grpSp>
      <p:grpSp>
        <p:nvGrpSpPr>
          <p:cNvPr id="104" name="Grupa 103">
            <a:extLst>
              <a:ext uri="{FF2B5EF4-FFF2-40B4-BE49-F238E27FC236}">
                <a16:creationId xmlns:a16="http://schemas.microsoft.com/office/drawing/2014/main" id="{222F8D6D-C9E5-A837-D5D4-F6548044C14C}"/>
              </a:ext>
            </a:extLst>
          </p:cNvPr>
          <p:cNvGrpSpPr/>
          <p:nvPr/>
        </p:nvGrpSpPr>
        <p:grpSpPr>
          <a:xfrm>
            <a:off x="9136698" y="1041973"/>
            <a:ext cx="2333944" cy="470476"/>
            <a:chOff x="5128260" y="658338"/>
            <a:chExt cx="2333944" cy="470476"/>
          </a:xfrm>
        </p:grpSpPr>
        <p:pic>
          <p:nvPicPr>
            <p:cNvPr id="102" name="Obraz 101">
              <a:extLst>
                <a:ext uri="{FF2B5EF4-FFF2-40B4-BE49-F238E27FC236}">
                  <a16:creationId xmlns:a16="http://schemas.microsoft.com/office/drawing/2014/main" id="{9AEF2562-DDF3-5F99-B1D6-ABDD312BB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V="1">
              <a:off x="5128260" y="658338"/>
              <a:ext cx="2333944" cy="470476"/>
            </a:xfrm>
            <a:prstGeom prst="rect">
              <a:avLst/>
            </a:prstGeom>
          </p:spPr>
        </p:pic>
        <p:sp>
          <p:nvSpPr>
            <p:cNvPr id="103" name="Prostokąt 102">
              <a:extLst>
                <a:ext uri="{FF2B5EF4-FFF2-40B4-BE49-F238E27FC236}">
                  <a16:creationId xmlns:a16="http://schemas.microsoft.com/office/drawing/2014/main" id="{4802428F-D9B0-89DB-0F2F-F5F7408AB60D}"/>
                </a:ext>
              </a:extLst>
            </p:cNvPr>
            <p:cNvSpPr/>
            <p:nvPr/>
          </p:nvSpPr>
          <p:spPr>
            <a:xfrm>
              <a:off x="5753100" y="742857"/>
              <a:ext cx="1051560" cy="22578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dirty="0"/>
                <a:t>Peron 4</a:t>
              </a:r>
            </a:p>
          </p:txBody>
        </p:sp>
      </p:grpSp>
      <p:pic>
        <p:nvPicPr>
          <p:cNvPr id="106" name="Obraz 105">
            <a:extLst>
              <a:ext uri="{FF2B5EF4-FFF2-40B4-BE49-F238E27FC236}">
                <a16:creationId xmlns:a16="http://schemas.microsoft.com/office/drawing/2014/main" id="{1B9A2292-1FB0-99F7-3694-6A6DDE5446B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" r="15896"/>
          <a:stretch>
            <a:fillRect/>
          </a:stretch>
        </p:blipFill>
        <p:spPr>
          <a:xfrm rot="10800000">
            <a:off x="12009439" y="5047893"/>
            <a:ext cx="304800" cy="698783"/>
          </a:xfrm>
          <a:prstGeom prst="rect">
            <a:avLst/>
          </a:prstGeom>
        </p:spPr>
      </p:pic>
      <p:pic>
        <p:nvPicPr>
          <p:cNvPr id="108" name="Obraz 107">
            <a:extLst>
              <a:ext uri="{FF2B5EF4-FFF2-40B4-BE49-F238E27FC236}">
                <a16:creationId xmlns:a16="http://schemas.microsoft.com/office/drawing/2014/main" id="{164E6E25-6140-47F1-EC59-12F606E231DF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49773"/>
          <a:stretch>
            <a:fillRect/>
          </a:stretch>
        </p:blipFill>
        <p:spPr>
          <a:xfrm rot="10800000">
            <a:off x="11933966" y="4217170"/>
            <a:ext cx="461009" cy="424104"/>
          </a:xfrm>
          <a:prstGeom prst="rect">
            <a:avLst/>
          </a:prstGeom>
        </p:spPr>
      </p:pic>
      <p:grpSp>
        <p:nvGrpSpPr>
          <p:cNvPr id="111" name="Grupa 110">
            <a:extLst>
              <a:ext uri="{FF2B5EF4-FFF2-40B4-BE49-F238E27FC236}">
                <a16:creationId xmlns:a16="http://schemas.microsoft.com/office/drawing/2014/main" id="{15EC0E87-F34F-0E4E-4092-A20CA93F37F8}"/>
              </a:ext>
            </a:extLst>
          </p:cNvPr>
          <p:cNvGrpSpPr/>
          <p:nvPr/>
        </p:nvGrpSpPr>
        <p:grpSpPr>
          <a:xfrm rot="10800000" flipH="1">
            <a:off x="11944123" y="2376360"/>
            <a:ext cx="535832" cy="1196728"/>
            <a:chOff x="8077925" y="4320375"/>
            <a:chExt cx="461009" cy="1046956"/>
          </a:xfrm>
        </p:grpSpPr>
        <p:pic>
          <p:nvPicPr>
            <p:cNvPr id="109" name="Obraz 108">
              <a:extLst>
                <a:ext uri="{FF2B5EF4-FFF2-40B4-BE49-F238E27FC236}">
                  <a16:creationId xmlns:a16="http://schemas.microsoft.com/office/drawing/2014/main" id="{24422B3E-931D-6736-CD33-9117903D08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1" r="15896"/>
            <a:stretch>
              <a:fillRect/>
            </a:stretch>
          </p:blipFill>
          <p:spPr>
            <a:xfrm rot="10800000">
              <a:off x="8153400" y="4668548"/>
              <a:ext cx="304800" cy="698783"/>
            </a:xfrm>
            <a:prstGeom prst="rect">
              <a:avLst/>
            </a:prstGeom>
          </p:spPr>
        </p:pic>
        <p:pic>
          <p:nvPicPr>
            <p:cNvPr id="110" name="Obraz 109">
              <a:extLst>
                <a:ext uri="{FF2B5EF4-FFF2-40B4-BE49-F238E27FC236}">
                  <a16:creationId xmlns:a16="http://schemas.microsoft.com/office/drawing/2014/main" id="{429D2C9D-211E-50A9-8C5B-954F8EDE0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t="49773"/>
            <a:stretch>
              <a:fillRect/>
            </a:stretch>
          </p:blipFill>
          <p:spPr>
            <a:xfrm rot="10800000">
              <a:off x="8077925" y="4320375"/>
              <a:ext cx="461009" cy="424104"/>
            </a:xfrm>
            <a:prstGeom prst="rect">
              <a:avLst/>
            </a:prstGeom>
          </p:spPr>
        </p:pic>
      </p:grpSp>
      <p:pic>
        <p:nvPicPr>
          <p:cNvPr id="116" name="Obraz 115">
            <a:extLst>
              <a:ext uri="{FF2B5EF4-FFF2-40B4-BE49-F238E27FC236}">
                <a16:creationId xmlns:a16="http://schemas.microsoft.com/office/drawing/2014/main" id="{B48BF2CA-2E01-C770-F0C4-8C5E9A529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2840" y="2557319"/>
            <a:ext cx="267234" cy="397072"/>
          </a:xfrm>
          <a:prstGeom prst="rect">
            <a:avLst/>
          </a:prstGeom>
        </p:spPr>
      </p:pic>
      <p:pic>
        <p:nvPicPr>
          <p:cNvPr id="117" name="Obraz 116">
            <a:extLst>
              <a:ext uri="{FF2B5EF4-FFF2-40B4-BE49-F238E27FC236}">
                <a16:creationId xmlns:a16="http://schemas.microsoft.com/office/drawing/2014/main" id="{5C06FFED-BC1D-E0BD-BF04-75D6277E2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975505" y="4171700"/>
            <a:ext cx="185607" cy="525801"/>
          </a:xfrm>
          <a:prstGeom prst="rect">
            <a:avLst/>
          </a:prstGeom>
        </p:spPr>
      </p:pic>
      <p:sp>
        <p:nvSpPr>
          <p:cNvPr id="90" name="Prostokąt 89">
            <a:extLst>
              <a:ext uri="{FF2B5EF4-FFF2-40B4-BE49-F238E27FC236}">
                <a16:creationId xmlns:a16="http://schemas.microsoft.com/office/drawing/2014/main" id="{0D4E5288-F6AA-49C0-DC3C-17DC82E02DF2}"/>
              </a:ext>
            </a:extLst>
          </p:cNvPr>
          <p:cNvSpPr/>
          <p:nvPr/>
        </p:nvSpPr>
        <p:spPr>
          <a:xfrm>
            <a:off x="7035800" y="4618417"/>
            <a:ext cx="3015716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8" name="Obraz 117">
            <a:extLst>
              <a:ext uri="{FF2B5EF4-FFF2-40B4-BE49-F238E27FC236}">
                <a16:creationId xmlns:a16="http://schemas.microsoft.com/office/drawing/2014/main" id="{F9CAA3EB-C275-C8CE-145E-7CA14220D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5155" y="4678992"/>
            <a:ext cx="167300" cy="975365"/>
          </a:xfrm>
          <a:prstGeom prst="rect">
            <a:avLst/>
          </a:prstGeom>
        </p:spPr>
      </p:pic>
      <p:pic>
        <p:nvPicPr>
          <p:cNvPr id="119" name="Obraz 118">
            <a:extLst>
              <a:ext uri="{FF2B5EF4-FFF2-40B4-BE49-F238E27FC236}">
                <a16:creationId xmlns:a16="http://schemas.microsoft.com/office/drawing/2014/main" id="{E87B448C-FBCB-7770-8505-6C00F955F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540301" y="2549537"/>
            <a:ext cx="243470" cy="397072"/>
          </a:xfrm>
          <a:prstGeom prst="rect">
            <a:avLst/>
          </a:prstGeom>
        </p:spPr>
      </p:pic>
      <p:pic>
        <p:nvPicPr>
          <p:cNvPr id="120" name="Obraz 119">
            <a:extLst>
              <a:ext uri="{FF2B5EF4-FFF2-40B4-BE49-F238E27FC236}">
                <a16:creationId xmlns:a16="http://schemas.microsoft.com/office/drawing/2014/main" id="{465432FF-EED6-3BE2-208C-6A40CBCDB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296312" y="2969375"/>
            <a:ext cx="267235" cy="650363"/>
          </a:xfrm>
          <a:prstGeom prst="rect">
            <a:avLst/>
          </a:prstGeom>
        </p:spPr>
      </p:pic>
      <p:sp>
        <p:nvSpPr>
          <p:cNvPr id="91" name="Prostokąt 90">
            <a:extLst>
              <a:ext uri="{FF2B5EF4-FFF2-40B4-BE49-F238E27FC236}">
                <a16:creationId xmlns:a16="http://schemas.microsoft.com/office/drawing/2014/main" id="{A109C736-E8E6-D053-59D6-D4560FFC8BC9}"/>
              </a:ext>
            </a:extLst>
          </p:cNvPr>
          <p:cNvSpPr/>
          <p:nvPr/>
        </p:nvSpPr>
        <p:spPr>
          <a:xfrm>
            <a:off x="7479306" y="2996858"/>
            <a:ext cx="2536232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22" name="Obraz 121">
            <a:extLst>
              <a:ext uri="{FF2B5EF4-FFF2-40B4-BE49-F238E27FC236}">
                <a16:creationId xmlns:a16="http://schemas.microsoft.com/office/drawing/2014/main" id="{C8B67DF6-C283-B355-642B-633D082D8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163739" y="3709128"/>
            <a:ext cx="105843" cy="395927"/>
          </a:xfrm>
          <a:prstGeom prst="rect">
            <a:avLst/>
          </a:prstGeom>
        </p:spPr>
      </p:pic>
      <p:sp>
        <p:nvSpPr>
          <p:cNvPr id="127" name="Prostokąt 126">
            <a:extLst>
              <a:ext uri="{FF2B5EF4-FFF2-40B4-BE49-F238E27FC236}">
                <a16:creationId xmlns:a16="http://schemas.microsoft.com/office/drawing/2014/main" id="{5E1F5D28-3E2A-1EB4-0A07-23B5C2DC4B0B}"/>
              </a:ext>
            </a:extLst>
          </p:cNvPr>
          <p:cNvSpPr/>
          <p:nvPr/>
        </p:nvSpPr>
        <p:spPr>
          <a:xfrm rot="5400000" flipV="1">
            <a:off x="12000698" y="4816513"/>
            <a:ext cx="444610" cy="57237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29" name="Obraz 128">
            <a:extLst>
              <a:ext uri="{FF2B5EF4-FFF2-40B4-BE49-F238E27FC236}">
                <a16:creationId xmlns:a16="http://schemas.microsoft.com/office/drawing/2014/main" id="{BDFE5573-C81F-5835-8DD5-DA2209E3C0E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H="1">
            <a:off x="5201944" y="2415348"/>
            <a:ext cx="417807" cy="513941"/>
          </a:xfrm>
          <a:prstGeom prst="rect">
            <a:avLst/>
          </a:prstGeom>
        </p:spPr>
      </p:pic>
      <p:pic>
        <p:nvPicPr>
          <p:cNvPr id="130" name="Obraz 129">
            <a:extLst>
              <a:ext uri="{FF2B5EF4-FFF2-40B4-BE49-F238E27FC236}">
                <a16:creationId xmlns:a16="http://schemas.microsoft.com/office/drawing/2014/main" id="{A1370221-ADAD-CE58-9D6E-2194BB531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571" y="3709974"/>
            <a:ext cx="105844" cy="395927"/>
          </a:xfrm>
          <a:prstGeom prst="rect">
            <a:avLst/>
          </a:prstGeom>
        </p:spPr>
      </p:pic>
      <p:pic>
        <p:nvPicPr>
          <p:cNvPr id="132" name="Obraz 131">
            <a:extLst>
              <a:ext uri="{FF2B5EF4-FFF2-40B4-BE49-F238E27FC236}">
                <a16:creationId xmlns:a16="http://schemas.microsoft.com/office/drawing/2014/main" id="{F7FDB602-E877-1972-4617-71BC89F3830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flipH="1">
            <a:off x="4857750" y="4812029"/>
            <a:ext cx="454288" cy="386550"/>
          </a:xfrm>
          <a:prstGeom prst="rect">
            <a:avLst/>
          </a:prstGeom>
        </p:spPr>
      </p:pic>
      <p:sp>
        <p:nvSpPr>
          <p:cNvPr id="133" name="Prostokąt 132">
            <a:extLst>
              <a:ext uri="{FF2B5EF4-FFF2-40B4-BE49-F238E27FC236}">
                <a16:creationId xmlns:a16="http://schemas.microsoft.com/office/drawing/2014/main" id="{0990DB3D-615C-097C-A071-3C9EF5B20CDE}"/>
              </a:ext>
            </a:extLst>
          </p:cNvPr>
          <p:cNvSpPr/>
          <p:nvPr/>
        </p:nvSpPr>
        <p:spPr>
          <a:xfrm flipV="1">
            <a:off x="2433047" y="5138510"/>
            <a:ext cx="2436133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4" name="Prostokąt 133">
            <a:extLst>
              <a:ext uri="{FF2B5EF4-FFF2-40B4-BE49-F238E27FC236}">
                <a16:creationId xmlns:a16="http://schemas.microsoft.com/office/drawing/2014/main" id="{226944A5-24ED-493D-E6EC-D4B3224D87F4}"/>
              </a:ext>
            </a:extLst>
          </p:cNvPr>
          <p:cNvSpPr/>
          <p:nvPr/>
        </p:nvSpPr>
        <p:spPr>
          <a:xfrm flipV="1">
            <a:off x="2445341" y="5654357"/>
            <a:ext cx="1390061" cy="4571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35" name="Obraz 134">
            <a:extLst>
              <a:ext uri="{FF2B5EF4-FFF2-40B4-BE49-F238E27FC236}">
                <a16:creationId xmlns:a16="http://schemas.microsoft.com/office/drawing/2014/main" id="{CFBA8AE7-5CE3-EAE5-E8A0-344E6C776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438406" y="5214348"/>
            <a:ext cx="116388" cy="432761"/>
          </a:xfrm>
          <a:prstGeom prst="rect">
            <a:avLst/>
          </a:prstGeom>
        </p:spPr>
      </p:pic>
      <p:pic>
        <p:nvPicPr>
          <p:cNvPr id="136" name="Obraz 135">
            <a:extLst>
              <a:ext uri="{FF2B5EF4-FFF2-40B4-BE49-F238E27FC236}">
                <a16:creationId xmlns:a16="http://schemas.microsoft.com/office/drawing/2014/main" id="{EBA72221-5E41-E299-2208-3383BC7B6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559" y="5200711"/>
            <a:ext cx="133939" cy="432761"/>
          </a:xfrm>
          <a:prstGeom prst="rect">
            <a:avLst/>
          </a:prstGeom>
        </p:spPr>
      </p:pic>
      <p:pic>
        <p:nvPicPr>
          <p:cNvPr id="126" name="Obraz 125">
            <a:extLst>
              <a:ext uri="{FF2B5EF4-FFF2-40B4-BE49-F238E27FC236}">
                <a16:creationId xmlns:a16="http://schemas.microsoft.com/office/drawing/2014/main" id="{3FC81E6E-2A90-116E-2601-D74AD145236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33934" y="2623161"/>
            <a:ext cx="262465" cy="2193732"/>
          </a:xfrm>
          <a:prstGeom prst="rect">
            <a:avLst/>
          </a:prstGeom>
        </p:spPr>
      </p:pic>
      <p:grpSp>
        <p:nvGrpSpPr>
          <p:cNvPr id="144" name="Grupa 143">
            <a:extLst>
              <a:ext uri="{FF2B5EF4-FFF2-40B4-BE49-F238E27FC236}">
                <a16:creationId xmlns:a16="http://schemas.microsoft.com/office/drawing/2014/main" id="{B568414C-0330-C274-93CF-275E1E2EB1D1}"/>
              </a:ext>
            </a:extLst>
          </p:cNvPr>
          <p:cNvGrpSpPr/>
          <p:nvPr/>
        </p:nvGrpSpPr>
        <p:grpSpPr>
          <a:xfrm>
            <a:off x="3022600" y="5818132"/>
            <a:ext cx="1296581" cy="517622"/>
            <a:chOff x="2390776" y="5364879"/>
            <a:chExt cx="1928405" cy="517622"/>
          </a:xfrm>
        </p:grpSpPr>
        <p:pic>
          <p:nvPicPr>
            <p:cNvPr id="142" name="Obraz 141">
              <a:extLst>
                <a:ext uri="{FF2B5EF4-FFF2-40B4-BE49-F238E27FC236}">
                  <a16:creationId xmlns:a16="http://schemas.microsoft.com/office/drawing/2014/main" id="{A7E773F9-90CD-36FC-B171-5CC1F63E8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90776" y="5364879"/>
              <a:ext cx="1928405" cy="517622"/>
            </a:xfrm>
            <a:prstGeom prst="rect">
              <a:avLst/>
            </a:prstGeom>
          </p:spPr>
        </p:pic>
        <p:sp>
          <p:nvSpPr>
            <p:cNvPr id="143" name="Prostokąt 142">
              <a:extLst>
                <a:ext uri="{FF2B5EF4-FFF2-40B4-BE49-F238E27FC236}">
                  <a16:creationId xmlns:a16="http://schemas.microsoft.com/office/drawing/2014/main" id="{6C887C3D-9D36-F57B-C9CD-B4B121FE7A9B}"/>
                </a:ext>
              </a:extLst>
            </p:cNvPr>
            <p:cNvSpPr/>
            <p:nvPr/>
          </p:nvSpPr>
          <p:spPr>
            <a:xfrm rot="10800000" flipV="1">
              <a:off x="2733311" y="5549572"/>
              <a:ext cx="1258542" cy="24841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600" dirty="0"/>
                <a:t>Peron 2</a:t>
              </a:r>
            </a:p>
          </p:txBody>
        </p:sp>
      </p:grpSp>
      <p:sp>
        <p:nvSpPr>
          <p:cNvPr id="146" name="pole tekstowe 145">
            <a:extLst>
              <a:ext uri="{FF2B5EF4-FFF2-40B4-BE49-F238E27FC236}">
                <a16:creationId xmlns:a16="http://schemas.microsoft.com/office/drawing/2014/main" id="{7226141B-1382-44CB-7BF6-BCD67F183234}"/>
              </a:ext>
            </a:extLst>
          </p:cNvPr>
          <p:cNvSpPr txBox="1"/>
          <p:nvPr/>
        </p:nvSpPr>
        <p:spPr>
          <a:xfrm>
            <a:off x="2398853" y="5246777"/>
            <a:ext cx="20756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1600" dirty="0">
                <a:solidFill>
                  <a:schemeClr val="bg1"/>
                </a:solidFill>
              </a:rPr>
              <a:t>p. o. Gdańsk Strzyża</a:t>
            </a:r>
          </a:p>
        </p:txBody>
      </p:sp>
      <p:grpSp>
        <p:nvGrpSpPr>
          <p:cNvPr id="148" name="Grupa 147">
            <a:extLst>
              <a:ext uri="{FF2B5EF4-FFF2-40B4-BE49-F238E27FC236}">
                <a16:creationId xmlns:a16="http://schemas.microsoft.com/office/drawing/2014/main" id="{926129C3-DAD8-1621-BBF8-9345B8EB3E54}"/>
              </a:ext>
            </a:extLst>
          </p:cNvPr>
          <p:cNvGrpSpPr/>
          <p:nvPr/>
        </p:nvGrpSpPr>
        <p:grpSpPr>
          <a:xfrm>
            <a:off x="10409432" y="4315001"/>
            <a:ext cx="1243390" cy="1270331"/>
            <a:chOff x="10409432" y="3861747"/>
            <a:chExt cx="1243390" cy="652553"/>
          </a:xfrm>
        </p:grpSpPr>
        <p:pic>
          <p:nvPicPr>
            <p:cNvPr id="93" name="Obraz 92">
              <a:extLst>
                <a:ext uri="{FF2B5EF4-FFF2-40B4-BE49-F238E27FC236}">
                  <a16:creationId xmlns:a16="http://schemas.microsoft.com/office/drawing/2014/main" id="{0B9AEBCB-BF6A-628B-950D-ED5041590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409432" y="3861747"/>
              <a:ext cx="1243390" cy="652553"/>
            </a:xfrm>
            <a:prstGeom prst="rect">
              <a:avLst/>
            </a:prstGeom>
          </p:spPr>
        </p:pic>
        <p:sp>
          <p:nvSpPr>
            <p:cNvPr id="147" name="Prostokąt 146">
              <a:extLst>
                <a:ext uri="{FF2B5EF4-FFF2-40B4-BE49-F238E27FC236}">
                  <a16:creationId xmlns:a16="http://schemas.microsoft.com/office/drawing/2014/main" id="{BC5928F1-C13D-870B-0F97-D7B7807E4FA0}"/>
                </a:ext>
              </a:extLst>
            </p:cNvPr>
            <p:cNvSpPr/>
            <p:nvPr/>
          </p:nvSpPr>
          <p:spPr>
            <a:xfrm>
              <a:off x="10507549" y="4012336"/>
              <a:ext cx="1017918" cy="32953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dirty="0"/>
                <a:t>Peron 1</a:t>
              </a:r>
            </a:p>
          </p:txBody>
        </p:sp>
      </p:grpSp>
      <p:pic>
        <p:nvPicPr>
          <p:cNvPr id="155" name="Obraz 154">
            <a:extLst>
              <a:ext uri="{FF2B5EF4-FFF2-40B4-BE49-F238E27FC236}">
                <a16:creationId xmlns:a16="http://schemas.microsoft.com/office/drawing/2014/main" id="{18EA9349-5F49-B57D-5AD2-FC868AFDA3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8128" y="1708411"/>
            <a:ext cx="531949" cy="412691"/>
          </a:xfrm>
          <a:prstGeom prst="rect">
            <a:avLst/>
          </a:prstGeom>
        </p:spPr>
      </p:pic>
      <p:pic>
        <p:nvPicPr>
          <p:cNvPr id="158" name="Obraz 157">
            <a:extLst>
              <a:ext uri="{FF2B5EF4-FFF2-40B4-BE49-F238E27FC236}">
                <a16:creationId xmlns:a16="http://schemas.microsoft.com/office/drawing/2014/main" id="{11E6A8C2-4AE6-827D-4367-E2FFF59A019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10867" y="1026914"/>
            <a:ext cx="707110" cy="543143"/>
          </a:xfrm>
          <a:prstGeom prst="rect">
            <a:avLst/>
          </a:prstGeom>
        </p:spPr>
      </p:pic>
      <p:sp>
        <p:nvSpPr>
          <p:cNvPr id="160" name="pole tekstowe 159">
            <a:extLst>
              <a:ext uri="{FF2B5EF4-FFF2-40B4-BE49-F238E27FC236}">
                <a16:creationId xmlns:a16="http://schemas.microsoft.com/office/drawing/2014/main" id="{A5E5030E-2AC9-AEB5-9CA4-00EC908FB25A}"/>
              </a:ext>
            </a:extLst>
          </p:cNvPr>
          <p:cNvSpPr txBox="1"/>
          <p:nvPr/>
        </p:nvSpPr>
        <p:spPr>
          <a:xfrm>
            <a:off x="7722394" y="729361"/>
            <a:ext cx="676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dirty="0">
                <a:solidFill>
                  <a:srgbClr val="666666"/>
                </a:solidFill>
                <a:latin typeface="Bahnschrift SemiBold Condensed" panose="020B0502040204020203" pitchFamily="34" charset="0"/>
              </a:rPr>
              <a:t>”GW”</a:t>
            </a:r>
            <a:endParaRPr lang="pl-PL" dirty="0"/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931F13AA-482F-9B31-DB54-608F63ECC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615542" y="3709974"/>
            <a:ext cx="119452" cy="395927"/>
          </a:xfrm>
          <a:prstGeom prst="rect">
            <a:avLst/>
          </a:prstGeom>
        </p:spPr>
      </p:pic>
      <p:sp>
        <p:nvSpPr>
          <p:cNvPr id="38" name="Prostokąt 37">
            <a:extLst>
              <a:ext uri="{FF2B5EF4-FFF2-40B4-BE49-F238E27FC236}">
                <a16:creationId xmlns:a16="http://schemas.microsoft.com/office/drawing/2014/main" id="{7FEFBC50-AD55-1924-8025-FF424AE7BB49}"/>
              </a:ext>
            </a:extLst>
          </p:cNvPr>
          <p:cNvSpPr/>
          <p:nvPr/>
        </p:nvSpPr>
        <p:spPr>
          <a:xfrm>
            <a:off x="10938957" y="3568676"/>
            <a:ext cx="187170" cy="1809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1</a:t>
            </a:r>
          </a:p>
        </p:txBody>
      </p:sp>
      <p:sp>
        <p:nvSpPr>
          <p:cNvPr id="39" name="Prostokąt 38">
            <a:extLst>
              <a:ext uri="{FF2B5EF4-FFF2-40B4-BE49-F238E27FC236}">
                <a16:creationId xmlns:a16="http://schemas.microsoft.com/office/drawing/2014/main" id="{5753372B-96EB-4C66-4D0B-3B8AD1DB652E}"/>
              </a:ext>
            </a:extLst>
          </p:cNvPr>
          <p:cNvSpPr/>
          <p:nvPr/>
        </p:nvSpPr>
        <p:spPr>
          <a:xfrm>
            <a:off x="10938957" y="4036207"/>
            <a:ext cx="187170" cy="1809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2</a:t>
            </a:r>
          </a:p>
        </p:txBody>
      </p:sp>
      <p:sp>
        <p:nvSpPr>
          <p:cNvPr id="41" name="Prostokąt 40">
            <a:extLst>
              <a:ext uri="{FF2B5EF4-FFF2-40B4-BE49-F238E27FC236}">
                <a16:creationId xmlns:a16="http://schemas.microsoft.com/office/drawing/2014/main" id="{68529C8F-56B4-CA2E-C6D8-786B90D811FF}"/>
              </a:ext>
            </a:extLst>
          </p:cNvPr>
          <p:cNvSpPr/>
          <p:nvPr/>
        </p:nvSpPr>
        <p:spPr>
          <a:xfrm>
            <a:off x="10105371" y="1504099"/>
            <a:ext cx="523424" cy="1809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501</a:t>
            </a:r>
          </a:p>
        </p:txBody>
      </p:sp>
      <p:sp>
        <p:nvSpPr>
          <p:cNvPr id="43" name="Prostokąt 42">
            <a:extLst>
              <a:ext uri="{FF2B5EF4-FFF2-40B4-BE49-F238E27FC236}">
                <a16:creationId xmlns:a16="http://schemas.microsoft.com/office/drawing/2014/main" id="{2CD41D6D-4CD5-7C3D-D53A-8DCDF59FA9F2}"/>
              </a:ext>
            </a:extLst>
          </p:cNvPr>
          <p:cNvSpPr/>
          <p:nvPr/>
        </p:nvSpPr>
        <p:spPr>
          <a:xfrm>
            <a:off x="10099811" y="2135553"/>
            <a:ext cx="523424" cy="1809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502</a:t>
            </a:r>
          </a:p>
        </p:txBody>
      </p:sp>
      <p:sp>
        <p:nvSpPr>
          <p:cNvPr id="49" name="Prostokąt 48">
            <a:extLst>
              <a:ext uri="{FF2B5EF4-FFF2-40B4-BE49-F238E27FC236}">
                <a16:creationId xmlns:a16="http://schemas.microsoft.com/office/drawing/2014/main" id="{FD09AA8C-23D0-9E4E-9661-FF3B1134E7EE}"/>
              </a:ext>
            </a:extLst>
          </p:cNvPr>
          <p:cNvSpPr/>
          <p:nvPr/>
        </p:nvSpPr>
        <p:spPr>
          <a:xfrm>
            <a:off x="10963341" y="5585332"/>
            <a:ext cx="187170" cy="1809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4</a:t>
            </a:r>
          </a:p>
        </p:txBody>
      </p:sp>
      <p:sp>
        <p:nvSpPr>
          <p:cNvPr id="51" name="Prostokąt 50">
            <a:extLst>
              <a:ext uri="{FF2B5EF4-FFF2-40B4-BE49-F238E27FC236}">
                <a16:creationId xmlns:a16="http://schemas.microsoft.com/office/drawing/2014/main" id="{0948C553-ED58-24CB-AA6E-683C1DFD9A26}"/>
              </a:ext>
            </a:extLst>
          </p:cNvPr>
          <p:cNvSpPr/>
          <p:nvPr/>
        </p:nvSpPr>
        <p:spPr>
          <a:xfrm>
            <a:off x="10963341" y="2370762"/>
            <a:ext cx="187170" cy="1809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3</a:t>
            </a:r>
          </a:p>
        </p:txBody>
      </p:sp>
      <p:pic>
        <p:nvPicPr>
          <p:cNvPr id="97" name="Obraz 96">
            <a:extLst>
              <a:ext uri="{FF2B5EF4-FFF2-40B4-BE49-F238E27FC236}">
                <a16:creationId xmlns:a16="http://schemas.microsoft.com/office/drawing/2014/main" id="{24FE1246-6CDC-CDCD-4DCB-F48867BDE80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21222" y="1509529"/>
            <a:ext cx="247924" cy="243574"/>
          </a:xfrm>
          <a:prstGeom prst="rect">
            <a:avLst/>
          </a:prstGeom>
        </p:spPr>
      </p:pic>
      <p:pic>
        <p:nvPicPr>
          <p:cNvPr id="100" name="Obraz 99">
            <a:extLst>
              <a:ext uri="{FF2B5EF4-FFF2-40B4-BE49-F238E27FC236}">
                <a16:creationId xmlns:a16="http://schemas.microsoft.com/office/drawing/2014/main" id="{E609E8BF-6773-2F9D-59FB-AE765B4E4E1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22805" y="2060254"/>
            <a:ext cx="247924" cy="243574"/>
          </a:xfrm>
          <a:prstGeom prst="rect">
            <a:avLst/>
          </a:prstGeom>
        </p:spPr>
      </p:pic>
      <p:pic>
        <p:nvPicPr>
          <p:cNvPr id="121" name="Obraz 120">
            <a:extLst>
              <a:ext uri="{FF2B5EF4-FFF2-40B4-BE49-F238E27FC236}">
                <a16:creationId xmlns:a16="http://schemas.microsoft.com/office/drawing/2014/main" id="{35D3D217-4D43-D73B-F2F5-43E479281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95158" y="1509529"/>
            <a:ext cx="247924" cy="243574"/>
          </a:xfrm>
          <a:prstGeom prst="rect">
            <a:avLst/>
          </a:prstGeom>
        </p:spPr>
      </p:pic>
      <p:pic>
        <p:nvPicPr>
          <p:cNvPr id="125" name="Obraz 124">
            <a:extLst>
              <a:ext uri="{FF2B5EF4-FFF2-40B4-BE49-F238E27FC236}">
                <a16:creationId xmlns:a16="http://schemas.microsoft.com/office/drawing/2014/main" id="{73422C46-F54B-821A-7A3C-104FA966986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04273" y="2060254"/>
            <a:ext cx="247924" cy="243574"/>
          </a:xfrm>
          <a:prstGeom prst="rect">
            <a:avLst/>
          </a:prstGeom>
        </p:spPr>
      </p:pic>
      <p:pic>
        <p:nvPicPr>
          <p:cNvPr id="145" name="Obraz 144">
            <a:extLst>
              <a:ext uri="{FF2B5EF4-FFF2-40B4-BE49-F238E27FC236}">
                <a16:creationId xmlns:a16="http://schemas.microsoft.com/office/drawing/2014/main" id="{3DA1B49D-4371-2B8C-1743-4D331404EF2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734715" y="1563697"/>
            <a:ext cx="128818" cy="180959"/>
          </a:xfrm>
          <a:prstGeom prst="rect">
            <a:avLst/>
          </a:prstGeom>
        </p:spPr>
      </p:pic>
      <p:pic>
        <p:nvPicPr>
          <p:cNvPr id="149" name="Obraz 148">
            <a:extLst>
              <a:ext uri="{FF2B5EF4-FFF2-40B4-BE49-F238E27FC236}">
                <a16:creationId xmlns:a16="http://schemas.microsoft.com/office/drawing/2014/main" id="{EFC237E6-9289-1B80-0B2F-9CBD1D778D0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731602" y="2083050"/>
            <a:ext cx="128818" cy="180959"/>
          </a:xfrm>
          <a:prstGeom prst="rect">
            <a:avLst/>
          </a:prstGeom>
        </p:spPr>
      </p:pic>
      <p:pic>
        <p:nvPicPr>
          <p:cNvPr id="151" name="Obraz 150">
            <a:extLst>
              <a:ext uri="{FF2B5EF4-FFF2-40B4-BE49-F238E27FC236}">
                <a16:creationId xmlns:a16="http://schemas.microsoft.com/office/drawing/2014/main" id="{D4568E4A-C55A-66B7-3C68-E975C4ACB3E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777134" y="3569827"/>
            <a:ext cx="128818" cy="180959"/>
          </a:xfrm>
          <a:prstGeom prst="rect">
            <a:avLst/>
          </a:prstGeom>
        </p:spPr>
      </p:pic>
      <p:pic>
        <p:nvPicPr>
          <p:cNvPr id="152" name="Obraz 151">
            <a:extLst>
              <a:ext uri="{FF2B5EF4-FFF2-40B4-BE49-F238E27FC236}">
                <a16:creationId xmlns:a16="http://schemas.microsoft.com/office/drawing/2014/main" id="{83796F7F-A867-C797-EA25-BD649980F03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755625" y="4084193"/>
            <a:ext cx="128818" cy="180959"/>
          </a:xfrm>
          <a:prstGeom prst="rect">
            <a:avLst/>
          </a:prstGeom>
        </p:spPr>
      </p:pic>
      <p:pic>
        <p:nvPicPr>
          <p:cNvPr id="157" name="Obraz 156">
            <a:extLst>
              <a:ext uri="{FF2B5EF4-FFF2-40B4-BE49-F238E27FC236}">
                <a16:creationId xmlns:a16="http://schemas.microsoft.com/office/drawing/2014/main" id="{969000B3-05C9-4129-8CAF-070CEAA3FDD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45912" y="1539405"/>
            <a:ext cx="123604" cy="183822"/>
          </a:xfrm>
          <a:prstGeom prst="rect">
            <a:avLst/>
          </a:prstGeom>
        </p:spPr>
      </p:pic>
      <p:pic>
        <p:nvPicPr>
          <p:cNvPr id="159" name="Obraz 158">
            <a:extLst>
              <a:ext uri="{FF2B5EF4-FFF2-40B4-BE49-F238E27FC236}">
                <a16:creationId xmlns:a16="http://schemas.microsoft.com/office/drawing/2014/main" id="{D0389AE4-E34E-9D10-2C4A-FE8E5C97115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43993" y="2083049"/>
            <a:ext cx="123604" cy="183822"/>
          </a:xfrm>
          <a:prstGeom prst="rect">
            <a:avLst/>
          </a:prstGeom>
        </p:spPr>
      </p:pic>
      <p:pic>
        <p:nvPicPr>
          <p:cNvPr id="161" name="Obraz 160">
            <a:extLst>
              <a:ext uri="{FF2B5EF4-FFF2-40B4-BE49-F238E27FC236}">
                <a16:creationId xmlns:a16="http://schemas.microsoft.com/office/drawing/2014/main" id="{7D931B43-55A8-A774-E891-872ABB7CDE8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15448" y="3597385"/>
            <a:ext cx="123604" cy="183822"/>
          </a:xfrm>
          <a:prstGeom prst="rect">
            <a:avLst/>
          </a:prstGeom>
        </p:spPr>
      </p:pic>
      <p:pic>
        <p:nvPicPr>
          <p:cNvPr id="162" name="Obraz 161">
            <a:extLst>
              <a:ext uri="{FF2B5EF4-FFF2-40B4-BE49-F238E27FC236}">
                <a16:creationId xmlns:a16="http://schemas.microsoft.com/office/drawing/2014/main" id="{E924DA3C-F2E6-2E0E-8D40-A5E1C60B6D0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19936" y="4089018"/>
            <a:ext cx="123604" cy="183822"/>
          </a:xfrm>
          <a:prstGeom prst="rect">
            <a:avLst/>
          </a:prstGeom>
        </p:spPr>
      </p:pic>
      <p:pic>
        <p:nvPicPr>
          <p:cNvPr id="163" name="Obraz 162">
            <a:extLst>
              <a:ext uri="{FF2B5EF4-FFF2-40B4-BE49-F238E27FC236}">
                <a16:creationId xmlns:a16="http://schemas.microsoft.com/office/drawing/2014/main" id="{5DAFAC75-B59D-DB2C-68A7-4FC4C18C2DB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19662" y="5058550"/>
            <a:ext cx="123604" cy="183822"/>
          </a:xfrm>
          <a:prstGeom prst="rect">
            <a:avLst/>
          </a:prstGeom>
        </p:spPr>
      </p:pic>
      <p:pic>
        <p:nvPicPr>
          <p:cNvPr id="164" name="Obraz 163">
            <a:extLst>
              <a:ext uri="{FF2B5EF4-FFF2-40B4-BE49-F238E27FC236}">
                <a16:creationId xmlns:a16="http://schemas.microsoft.com/office/drawing/2014/main" id="{9E87FEAE-CF8A-306A-D4C9-C9EF09D2B3F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33047" y="5585331"/>
            <a:ext cx="123604" cy="183822"/>
          </a:xfrm>
          <a:prstGeom prst="rect">
            <a:avLst/>
          </a:prstGeom>
        </p:spPr>
      </p:pic>
      <p:pic>
        <p:nvPicPr>
          <p:cNvPr id="166" name="Obraz 165">
            <a:extLst>
              <a:ext uri="{FF2B5EF4-FFF2-40B4-BE49-F238E27FC236}">
                <a16:creationId xmlns:a16="http://schemas.microsoft.com/office/drawing/2014/main" id="{3A45B16E-3AC0-B3E5-0FD0-638B1E96C9D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28839" y="2346107"/>
            <a:ext cx="413389" cy="263434"/>
          </a:xfrm>
          <a:prstGeom prst="rect">
            <a:avLst/>
          </a:prstGeom>
        </p:spPr>
      </p:pic>
      <p:pic>
        <p:nvPicPr>
          <p:cNvPr id="167" name="Obraz 166">
            <a:extLst>
              <a:ext uri="{FF2B5EF4-FFF2-40B4-BE49-F238E27FC236}">
                <a16:creationId xmlns:a16="http://schemas.microsoft.com/office/drawing/2014/main" id="{D4887A38-78EA-93FC-CEEB-0A199F08DCB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11210" y="2351628"/>
            <a:ext cx="413389" cy="263434"/>
          </a:xfrm>
          <a:prstGeom prst="rect">
            <a:avLst/>
          </a:prstGeom>
        </p:spPr>
      </p:pic>
      <p:pic>
        <p:nvPicPr>
          <p:cNvPr id="168" name="Obraz 167">
            <a:extLst>
              <a:ext uri="{FF2B5EF4-FFF2-40B4-BE49-F238E27FC236}">
                <a16:creationId xmlns:a16="http://schemas.microsoft.com/office/drawing/2014/main" id="{B38BB594-55AE-76F6-D885-7F849CFD7F0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04728" y="3538500"/>
            <a:ext cx="413389" cy="263434"/>
          </a:xfrm>
          <a:prstGeom prst="rect">
            <a:avLst/>
          </a:prstGeom>
        </p:spPr>
      </p:pic>
      <p:pic>
        <p:nvPicPr>
          <p:cNvPr id="169" name="Obraz 168">
            <a:extLst>
              <a:ext uri="{FF2B5EF4-FFF2-40B4-BE49-F238E27FC236}">
                <a16:creationId xmlns:a16="http://schemas.microsoft.com/office/drawing/2014/main" id="{2EE3ED13-926A-83ED-E8FF-D4E44DBD49B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195203" y="4035898"/>
            <a:ext cx="413389" cy="263434"/>
          </a:xfrm>
          <a:prstGeom prst="rect">
            <a:avLst/>
          </a:prstGeom>
        </p:spPr>
      </p:pic>
      <p:pic>
        <p:nvPicPr>
          <p:cNvPr id="170" name="Obraz 169">
            <a:extLst>
              <a:ext uri="{FF2B5EF4-FFF2-40B4-BE49-F238E27FC236}">
                <a16:creationId xmlns:a16="http://schemas.microsoft.com/office/drawing/2014/main" id="{B6F1C153-48FF-6C13-8EA5-A31301299B1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65695" y="3538500"/>
            <a:ext cx="413389" cy="263434"/>
          </a:xfrm>
          <a:prstGeom prst="rect">
            <a:avLst/>
          </a:prstGeom>
        </p:spPr>
      </p:pic>
      <p:pic>
        <p:nvPicPr>
          <p:cNvPr id="171" name="Obraz 170">
            <a:extLst>
              <a:ext uri="{FF2B5EF4-FFF2-40B4-BE49-F238E27FC236}">
                <a16:creationId xmlns:a16="http://schemas.microsoft.com/office/drawing/2014/main" id="{DBE6B06E-2F99-741E-8612-32DC57F2EAB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64386" y="4022366"/>
            <a:ext cx="413389" cy="263434"/>
          </a:xfrm>
          <a:prstGeom prst="rect">
            <a:avLst/>
          </a:prstGeom>
        </p:spPr>
      </p:pic>
      <p:pic>
        <p:nvPicPr>
          <p:cNvPr id="172" name="Obraz 171">
            <a:extLst>
              <a:ext uri="{FF2B5EF4-FFF2-40B4-BE49-F238E27FC236}">
                <a16:creationId xmlns:a16="http://schemas.microsoft.com/office/drawing/2014/main" id="{6CAEE1A8-2850-C6E1-1B19-E3802A7AA94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58713" y="4535996"/>
            <a:ext cx="413389" cy="263434"/>
          </a:xfrm>
          <a:prstGeom prst="rect">
            <a:avLst/>
          </a:prstGeom>
        </p:spPr>
      </p:pic>
      <p:pic>
        <p:nvPicPr>
          <p:cNvPr id="173" name="Obraz 172">
            <a:extLst>
              <a:ext uri="{FF2B5EF4-FFF2-40B4-BE49-F238E27FC236}">
                <a16:creationId xmlns:a16="http://schemas.microsoft.com/office/drawing/2014/main" id="{4CBADA95-459D-1B8D-0D12-6377F48D95E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09032" y="5553328"/>
            <a:ext cx="413389" cy="263434"/>
          </a:xfrm>
          <a:prstGeom prst="rect">
            <a:avLst/>
          </a:prstGeom>
        </p:spPr>
      </p:pic>
      <p:pic>
        <p:nvPicPr>
          <p:cNvPr id="177" name="Obraz 176">
            <a:extLst>
              <a:ext uri="{FF2B5EF4-FFF2-40B4-BE49-F238E27FC236}">
                <a16:creationId xmlns:a16="http://schemas.microsoft.com/office/drawing/2014/main" id="{090DB6B1-0C42-6C99-B24E-9617593FF62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29403" y="1483602"/>
            <a:ext cx="263117" cy="263117"/>
          </a:xfrm>
          <a:prstGeom prst="rect">
            <a:avLst/>
          </a:prstGeom>
        </p:spPr>
      </p:pic>
      <p:pic>
        <p:nvPicPr>
          <p:cNvPr id="178" name="Obraz 177">
            <a:extLst>
              <a:ext uri="{FF2B5EF4-FFF2-40B4-BE49-F238E27FC236}">
                <a16:creationId xmlns:a16="http://schemas.microsoft.com/office/drawing/2014/main" id="{7B1FD684-F7DA-6394-219F-50E8F249A809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20216" y="2047618"/>
            <a:ext cx="263117" cy="263117"/>
          </a:xfrm>
          <a:prstGeom prst="rect">
            <a:avLst/>
          </a:prstGeom>
        </p:spPr>
      </p:pic>
      <p:pic>
        <p:nvPicPr>
          <p:cNvPr id="179" name="Obraz 178">
            <a:extLst>
              <a:ext uri="{FF2B5EF4-FFF2-40B4-BE49-F238E27FC236}">
                <a16:creationId xmlns:a16="http://schemas.microsoft.com/office/drawing/2014/main" id="{6C26F36D-C433-63D6-F693-E36920399CF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703843" y="1482964"/>
            <a:ext cx="263117" cy="263117"/>
          </a:xfrm>
          <a:prstGeom prst="rect">
            <a:avLst/>
          </a:prstGeom>
        </p:spPr>
      </p:pic>
      <p:sp>
        <p:nvSpPr>
          <p:cNvPr id="181" name="Prostokąt 180">
            <a:extLst>
              <a:ext uri="{FF2B5EF4-FFF2-40B4-BE49-F238E27FC236}">
                <a16:creationId xmlns:a16="http://schemas.microsoft.com/office/drawing/2014/main" id="{7A51F7AE-7D23-694E-1CD5-A80CE57403A2}"/>
              </a:ext>
            </a:extLst>
          </p:cNvPr>
          <p:cNvSpPr/>
          <p:nvPr/>
        </p:nvSpPr>
        <p:spPr>
          <a:xfrm>
            <a:off x="1404939" y="1801543"/>
            <a:ext cx="280987" cy="18370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pic>
        <p:nvPicPr>
          <p:cNvPr id="180" name="Obraz 179">
            <a:extLst>
              <a:ext uri="{FF2B5EF4-FFF2-40B4-BE49-F238E27FC236}">
                <a16:creationId xmlns:a16="http://schemas.microsoft.com/office/drawing/2014/main" id="{319D1838-B917-D6FF-A787-6B12DE09764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694656" y="2046980"/>
            <a:ext cx="263117" cy="263117"/>
          </a:xfrm>
          <a:prstGeom prst="rect">
            <a:avLst/>
          </a:prstGeom>
        </p:spPr>
      </p:pic>
      <p:sp>
        <p:nvSpPr>
          <p:cNvPr id="156" name="Prostokąt 155">
            <a:extLst>
              <a:ext uri="{FF2B5EF4-FFF2-40B4-BE49-F238E27FC236}">
                <a16:creationId xmlns:a16="http://schemas.microsoft.com/office/drawing/2014/main" id="{0EE21DAC-AB06-4AB5-1AF4-844EB3D672C8}"/>
              </a:ext>
            </a:extLst>
          </p:cNvPr>
          <p:cNvSpPr/>
          <p:nvPr/>
        </p:nvSpPr>
        <p:spPr>
          <a:xfrm>
            <a:off x="1154635" y="2324174"/>
            <a:ext cx="1784704" cy="2195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dirty="0"/>
              <a:t>p.o. Gdańsk Zaspa</a:t>
            </a:r>
          </a:p>
        </p:txBody>
      </p:sp>
      <p:pic>
        <p:nvPicPr>
          <p:cNvPr id="183" name="Obraz 182">
            <a:extLst>
              <a:ext uri="{FF2B5EF4-FFF2-40B4-BE49-F238E27FC236}">
                <a16:creationId xmlns:a16="http://schemas.microsoft.com/office/drawing/2014/main" id="{76B7E18A-A3E7-56E9-9FD5-460968FB486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06483" y="5547609"/>
            <a:ext cx="425959" cy="256402"/>
          </a:xfrm>
          <a:prstGeom prst="rect">
            <a:avLst/>
          </a:prstGeom>
        </p:spPr>
      </p:pic>
      <p:pic>
        <p:nvPicPr>
          <p:cNvPr id="184" name="Obraz 183">
            <a:extLst>
              <a:ext uri="{FF2B5EF4-FFF2-40B4-BE49-F238E27FC236}">
                <a16:creationId xmlns:a16="http://schemas.microsoft.com/office/drawing/2014/main" id="{36D086F2-B7D3-646C-9938-765EF3EC73F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22811" y="4525762"/>
            <a:ext cx="425959" cy="256402"/>
          </a:xfrm>
          <a:prstGeom prst="rect">
            <a:avLst/>
          </a:prstGeom>
        </p:spPr>
      </p:pic>
      <p:pic>
        <p:nvPicPr>
          <p:cNvPr id="185" name="Obraz 184">
            <a:extLst>
              <a:ext uri="{FF2B5EF4-FFF2-40B4-BE49-F238E27FC236}">
                <a16:creationId xmlns:a16="http://schemas.microsoft.com/office/drawing/2014/main" id="{BDD025BE-0330-FB69-3BE2-52537F5E483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34585" y="4032104"/>
            <a:ext cx="425959" cy="256402"/>
          </a:xfrm>
          <a:prstGeom prst="rect">
            <a:avLst/>
          </a:prstGeom>
        </p:spPr>
      </p:pic>
      <p:pic>
        <p:nvPicPr>
          <p:cNvPr id="186" name="Obraz 185">
            <a:extLst>
              <a:ext uri="{FF2B5EF4-FFF2-40B4-BE49-F238E27FC236}">
                <a16:creationId xmlns:a16="http://schemas.microsoft.com/office/drawing/2014/main" id="{5C419E47-F26D-7260-A11A-092141B5CCD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096434" y="2890912"/>
            <a:ext cx="425959" cy="256402"/>
          </a:xfrm>
          <a:prstGeom prst="rect">
            <a:avLst/>
          </a:prstGeom>
        </p:spPr>
      </p:pic>
      <p:pic>
        <p:nvPicPr>
          <p:cNvPr id="187" name="Obraz 186">
            <a:extLst>
              <a:ext uri="{FF2B5EF4-FFF2-40B4-BE49-F238E27FC236}">
                <a16:creationId xmlns:a16="http://schemas.microsoft.com/office/drawing/2014/main" id="{9090400B-AD6E-52ED-83FB-711A695F065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11210" y="2883016"/>
            <a:ext cx="413389" cy="263434"/>
          </a:xfrm>
          <a:prstGeom prst="rect">
            <a:avLst/>
          </a:prstGeom>
        </p:spPr>
      </p:pic>
      <p:pic>
        <p:nvPicPr>
          <p:cNvPr id="188" name="Obraz 187">
            <a:extLst>
              <a:ext uri="{FF2B5EF4-FFF2-40B4-BE49-F238E27FC236}">
                <a16:creationId xmlns:a16="http://schemas.microsoft.com/office/drawing/2014/main" id="{7CE789B3-CB5F-1793-3D52-46253E04D1A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072622" y="2345918"/>
            <a:ext cx="425959" cy="256402"/>
          </a:xfrm>
          <a:prstGeom prst="rect">
            <a:avLst/>
          </a:prstGeom>
        </p:spPr>
      </p:pic>
      <p:pic>
        <p:nvPicPr>
          <p:cNvPr id="189" name="Obraz 188">
            <a:extLst>
              <a:ext uri="{FF2B5EF4-FFF2-40B4-BE49-F238E27FC236}">
                <a16:creationId xmlns:a16="http://schemas.microsoft.com/office/drawing/2014/main" id="{9F36F7FC-84E0-6A24-C29F-44D803DE121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627913" y="5547609"/>
            <a:ext cx="425959" cy="256402"/>
          </a:xfrm>
          <a:prstGeom prst="rect">
            <a:avLst/>
          </a:prstGeom>
        </p:spPr>
      </p:pic>
      <p:pic>
        <p:nvPicPr>
          <p:cNvPr id="190" name="Obraz 189">
            <a:extLst>
              <a:ext uri="{FF2B5EF4-FFF2-40B4-BE49-F238E27FC236}">
                <a16:creationId xmlns:a16="http://schemas.microsoft.com/office/drawing/2014/main" id="{B02F0024-4615-B36F-1B01-C1654424248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640458" y="4014578"/>
            <a:ext cx="425959" cy="256402"/>
          </a:xfrm>
          <a:prstGeom prst="rect">
            <a:avLst/>
          </a:prstGeom>
        </p:spPr>
      </p:pic>
      <p:pic>
        <p:nvPicPr>
          <p:cNvPr id="191" name="Obraz 190">
            <a:extLst>
              <a:ext uri="{FF2B5EF4-FFF2-40B4-BE49-F238E27FC236}">
                <a16:creationId xmlns:a16="http://schemas.microsoft.com/office/drawing/2014/main" id="{3FE14A4C-6665-C99A-E83D-D1FC92ED282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642898" y="3532105"/>
            <a:ext cx="425959" cy="256402"/>
          </a:xfrm>
          <a:prstGeom prst="rect">
            <a:avLst/>
          </a:prstGeom>
        </p:spPr>
      </p:pic>
      <p:pic>
        <p:nvPicPr>
          <p:cNvPr id="192" name="Obraz 191">
            <a:extLst>
              <a:ext uri="{FF2B5EF4-FFF2-40B4-BE49-F238E27FC236}">
                <a16:creationId xmlns:a16="http://schemas.microsoft.com/office/drawing/2014/main" id="{E82E8DFF-6198-1C00-591C-08618EDE71E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665431" y="2321175"/>
            <a:ext cx="425959" cy="256402"/>
          </a:xfrm>
          <a:prstGeom prst="rect">
            <a:avLst/>
          </a:prstGeom>
        </p:spPr>
      </p:pic>
      <p:pic>
        <p:nvPicPr>
          <p:cNvPr id="193" name="Obraz 192">
            <a:extLst>
              <a:ext uri="{FF2B5EF4-FFF2-40B4-BE49-F238E27FC236}">
                <a16:creationId xmlns:a16="http://schemas.microsoft.com/office/drawing/2014/main" id="{28BBBCBB-54FC-DD85-67B2-6C6ACD69F76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39906" y="3573090"/>
            <a:ext cx="425959" cy="256402"/>
          </a:xfrm>
          <a:prstGeom prst="rect">
            <a:avLst/>
          </a:prstGeom>
        </p:spPr>
      </p:pic>
      <p:sp>
        <p:nvSpPr>
          <p:cNvPr id="194" name="pole tekstowe 193">
            <a:extLst>
              <a:ext uri="{FF2B5EF4-FFF2-40B4-BE49-F238E27FC236}">
                <a16:creationId xmlns:a16="http://schemas.microsoft.com/office/drawing/2014/main" id="{13694BDC-952D-689A-409A-3D6DB9F46787}"/>
              </a:ext>
            </a:extLst>
          </p:cNvPr>
          <p:cNvSpPr txBox="1"/>
          <p:nvPr/>
        </p:nvSpPr>
        <p:spPr>
          <a:xfrm>
            <a:off x="13716876" y="1249453"/>
            <a:ext cx="4410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B501</a:t>
            </a:r>
          </a:p>
        </p:txBody>
      </p:sp>
      <p:sp>
        <p:nvSpPr>
          <p:cNvPr id="195" name="pole tekstowe 194">
            <a:extLst>
              <a:ext uri="{FF2B5EF4-FFF2-40B4-BE49-F238E27FC236}">
                <a16:creationId xmlns:a16="http://schemas.microsoft.com/office/drawing/2014/main" id="{AFED2EA4-1F5C-29DD-6FD3-BD1E16EBB4D7}"/>
              </a:ext>
            </a:extLst>
          </p:cNvPr>
          <p:cNvSpPr txBox="1"/>
          <p:nvPr/>
        </p:nvSpPr>
        <p:spPr>
          <a:xfrm>
            <a:off x="13709267" y="1799741"/>
            <a:ext cx="440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B502</a:t>
            </a:r>
          </a:p>
        </p:txBody>
      </p:sp>
      <p:sp>
        <p:nvSpPr>
          <p:cNvPr id="196" name="pole tekstowe 195">
            <a:extLst>
              <a:ext uri="{FF2B5EF4-FFF2-40B4-BE49-F238E27FC236}">
                <a16:creationId xmlns:a16="http://schemas.microsoft.com/office/drawing/2014/main" id="{5981F46C-6F60-C8BF-3010-F3D26352B1C4}"/>
              </a:ext>
            </a:extLst>
          </p:cNvPr>
          <p:cNvSpPr txBox="1"/>
          <p:nvPr/>
        </p:nvSpPr>
        <p:spPr>
          <a:xfrm>
            <a:off x="11426332" y="1867437"/>
            <a:ext cx="440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C502</a:t>
            </a:r>
          </a:p>
        </p:txBody>
      </p:sp>
      <p:sp>
        <p:nvSpPr>
          <p:cNvPr id="197" name="pole tekstowe 196">
            <a:extLst>
              <a:ext uri="{FF2B5EF4-FFF2-40B4-BE49-F238E27FC236}">
                <a16:creationId xmlns:a16="http://schemas.microsoft.com/office/drawing/2014/main" id="{CC6CD396-4AA6-C8CF-7221-9631B6B2166A}"/>
              </a:ext>
            </a:extLst>
          </p:cNvPr>
          <p:cNvSpPr txBox="1"/>
          <p:nvPr/>
        </p:nvSpPr>
        <p:spPr>
          <a:xfrm>
            <a:off x="11423919" y="1293545"/>
            <a:ext cx="440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C501</a:t>
            </a:r>
          </a:p>
        </p:txBody>
      </p:sp>
      <p:sp>
        <p:nvSpPr>
          <p:cNvPr id="198" name="pole tekstowe 197">
            <a:extLst>
              <a:ext uri="{FF2B5EF4-FFF2-40B4-BE49-F238E27FC236}">
                <a16:creationId xmlns:a16="http://schemas.microsoft.com/office/drawing/2014/main" id="{E54682C7-3AAF-6004-DBB3-EC8A4D29F4E7}"/>
              </a:ext>
            </a:extLst>
          </p:cNvPr>
          <p:cNvSpPr txBox="1"/>
          <p:nvPr/>
        </p:nvSpPr>
        <p:spPr>
          <a:xfrm>
            <a:off x="8820419" y="1283658"/>
            <a:ext cx="440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G501</a:t>
            </a:r>
          </a:p>
        </p:txBody>
      </p:sp>
      <p:sp>
        <p:nvSpPr>
          <p:cNvPr id="199" name="pole tekstowe 198">
            <a:extLst>
              <a:ext uri="{FF2B5EF4-FFF2-40B4-BE49-F238E27FC236}">
                <a16:creationId xmlns:a16="http://schemas.microsoft.com/office/drawing/2014/main" id="{4EE2685E-7FDB-FDDA-D2C6-890BA39264C4}"/>
              </a:ext>
            </a:extLst>
          </p:cNvPr>
          <p:cNvSpPr txBox="1"/>
          <p:nvPr/>
        </p:nvSpPr>
        <p:spPr>
          <a:xfrm>
            <a:off x="8827272" y="1835672"/>
            <a:ext cx="440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G502</a:t>
            </a:r>
          </a:p>
        </p:txBody>
      </p:sp>
      <p:sp>
        <p:nvSpPr>
          <p:cNvPr id="200" name="pole tekstowe 199">
            <a:extLst>
              <a:ext uri="{FF2B5EF4-FFF2-40B4-BE49-F238E27FC236}">
                <a16:creationId xmlns:a16="http://schemas.microsoft.com/office/drawing/2014/main" id="{171F576E-CCFE-72FB-28B0-771E12AF5213}"/>
              </a:ext>
            </a:extLst>
          </p:cNvPr>
          <p:cNvSpPr txBox="1"/>
          <p:nvPr/>
        </p:nvSpPr>
        <p:spPr>
          <a:xfrm>
            <a:off x="6877399" y="1304336"/>
            <a:ext cx="440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J501</a:t>
            </a:r>
          </a:p>
        </p:txBody>
      </p:sp>
      <p:sp>
        <p:nvSpPr>
          <p:cNvPr id="201" name="pole tekstowe 200">
            <a:extLst>
              <a:ext uri="{FF2B5EF4-FFF2-40B4-BE49-F238E27FC236}">
                <a16:creationId xmlns:a16="http://schemas.microsoft.com/office/drawing/2014/main" id="{3CE53C00-53B1-39AE-B9C1-8B4E5C8FFE17}"/>
              </a:ext>
            </a:extLst>
          </p:cNvPr>
          <p:cNvSpPr txBox="1"/>
          <p:nvPr/>
        </p:nvSpPr>
        <p:spPr>
          <a:xfrm>
            <a:off x="6877399" y="1865642"/>
            <a:ext cx="440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J502</a:t>
            </a:r>
          </a:p>
        </p:txBody>
      </p:sp>
      <p:sp>
        <p:nvSpPr>
          <p:cNvPr id="202" name="pole tekstowe 201">
            <a:extLst>
              <a:ext uri="{FF2B5EF4-FFF2-40B4-BE49-F238E27FC236}">
                <a16:creationId xmlns:a16="http://schemas.microsoft.com/office/drawing/2014/main" id="{D01E0839-69CE-CD10-7C97-75685E63D147}"/>
              </a:ext>
            </a:extLst>
          </p:cNvPr>
          <p:cNvSpPr txBox="1"/>
          <p:nvPr/>
        </p:nvSpPr>
        <p:spPr>
          <a:xfrm>
            <a:off x="3614966" y="1296754"/>
            <a:ext cx="440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H501</a:t>
            </a:r>
          </a:p>
        </p:txBody>
      </p:sp>
      <p:sp>
        <p:nvSpPr>
          <p:cNvPr id="203" name="pole tekstowe 202">
            <a:extLst>
              <a:ext uri="{FF2B5EF4-FFF2-40B4-BE49-F238E27FC236}">
                <a16:creationId xmlns:a16="http://schemas.microsoft.com/office/drawing/2014/main" id="{CE68E66A-2F91-8318-EE03-B77BC93574F0}"/>
              </a:ext>
            </a:extLst>
          </p:cNvPr>
          <p:cNvSpPr txBox="1"/>
          <p:nvPr/>
        </p:nvSpPr>
        <p:spPr>
          <a:xfrm>
            <a:off x="3614966" y="1858060"/>
            <a:ext cx="440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H502</a:t>
            </a:r>
          </a:p>
        </p:txBody>
      </p:sp>
      <p:sp>
        <p:nvSpPr>
          <p:cNvPr id="204" name="pole tekstowe 203">
            <a:extLst>
              <a:ext uri="{FF2B5EF4-FFF2-40B4-BE49-F238E27FC236}">
                <a16:creationId xmlns:a16="http://schemas.microsoft.com/office/drawing/2014/main" id="{4AA12C38-D86C-D9FB-476D-1F6EBCCBF737}"/>
              </a:ext>
            </a:extLst>
          </p:cNvPr>
          <p:cNvSpPr txBox="1"/>
          <p:nvPr/>
        </p:nvSpPr>
        <p:spPr>
          <a:xfrm>
            <a:off x="2149971" y="1310300"/>
            <a:ext cx="440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R501</a:t>
            </a:r>
          </a:p>
        </p:txBody>
      </p:sp>
      <p:sp>
        <p:nvSpPr>
          <p:cNvPr id="205" name="pole tekstowe 204">
            <a:extLst>
              <a:ext uri="{FF2B5EF4-FFF2-40B4-BE49-F238E27FC236}">
                <a16:creationId xmlns:a16="http://schemas.microsoft.com/office/drawing/2014/main" id="{EBE5431D-6894-11D3-798E-F8E6B94F23D0}"/>
              </a:ext>
            </a:extLst>
          </p:cNvPr>
          <p:cNvSpPr txBox="1"/>
          <p:nvPr/>
        </p:nvSpPr>
        <p:spPr>
          <a:xfrm>
            <a:off x="2149971" y="1871606"/>
            <a:ext cx="440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R502</a:t>
            </a:r>
          </a:p>
        </p:txBody>
      </p:sp>
      <p:sp>
        <p:nvSpPr>
          <p:cNvPr id="206" name="pole tekstowe 205">
            <a:extLst>
              <a:ext uri="{FF2B5EF4-FFF2-40B4-BE49-F238E27FC236}">
                <a16:creationId xmlns:a16="http://schemas.microsoft.com/office/drawing/2014/main" id="{F793DC07-4C17-16F4-F22A-2C7F6A6CB721}"/>
              </a:ext>
            </a:extLst>
          </p:cNvPr>
          <p:cNvSpPr txBox="1"/>
          <p:nvPr/>
        </p:nvSpPr>
        <p:spPr>
          <a:xfrm>
            <a:off x="11683857" y="3254185"/>
            <a:ext cx="325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C1</a:t>
            </a:r>
          </a:p>
        </p:txBody>
      </p:sp>
      <p:sp>
        <p:nvSpPr>
          <p:cNvPr id="207" name="pole tekstowe 206">
            <a:extLst>
              <a:ext uri="{FF2B5EF4-FFF2-40B4-BE49-F238E27FC236}">
                <a16:creationId xmlns:a16="http://schemas.microsoft.com/office/drawing/2014/main" id="{6713417A-330F-7A82-CA32-FE670CF46269}"/>
              </a:ext>
            </a:extLst>
          </p:cNvPr>
          <p:cNvSpPr txBox="1"/>
          <p:nvPr/>
        </p:nvSpPr>
        <p:spPr>
          <a:xfrm>
            <a:off x="11683857" y="3814831"/>
            <a:ext cx="325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C2</a:t>
            </a:r>
          </a:p>
        </p:txBody>
      </p:sp>
      <p:sp>
        <p:nvSpPr>
          <p:cNvPr id="208" name="pole tekstowe 207">
            <a:extLst>
              <a:ext uri="{FF2B5EF4-FFF2-40B4-BE49-F238E27FC236}">
                <a16:creationId xmlns:a16="http://schemas.microsoft.com/office/drawing/2014/main" id="{E29101EC-9FB3-F78D-F918-56A990F70257}"/>
              </a:ext>
            </a:extLst>
          </p:cNvPr>
          <p:cNvSpPr txBox="1"/>
          <p:nvPr/>
        </p:nvSpPr>
        <p:spPr>
          <a:xfrm>
            <a:off x="11694371" y="2501195"/>
            <a:ext cx="325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C3</a:t>
            </a:r>
          </a:p>
        </p:txBody>
      </p:sp>
      <p:sp>
        <p:nvSpPr>
          <p:cNvPr id="209" name="pole tekstowe 208">
            <a:extLst>
              <a:ext uri="{FF2B5EF4-FFF2-40B4-BE49-F238E27FC236}">
                <a16:creationId xmlns:a16="http://schemas.microsoft.com/office/drawing/2014/main" id="{71641230-0A48-BDFE-E7C4-D1F41D3F1CE6}"/>
              </a:ext>
            </a:extLst>
          </p:cNvPr>
          <p:cNvSpPr txBox="1"/>
          <p:nvPr/>
        </p:nvSpPr>
        <p:spPr>
          <a:xfrm>
            <a:off x="11683857" y="5340448"/>
            <a:ext cx="325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C4</a:t>
            </a:r>
          </a:p>
        </p:txBody>
      </p:sp>
      <p:sp>
        <p:nvSpPr>
          <p:cNvPr id="210" name="pole tekstowe 209">
            <a:extLst>
              <a:ext uri="{FF2B5EF4-FFF2-40B4-BE49-F238E27FC236}">
                <a16:creationId xmlns:a16="http://schemas.microsoft.com/office/drawing/2014/main" id="{23BFD783-3504-2D47-55CA-47CAABD1D81C}"/>
              </a:ext>
            </a:extLst>
          </p:cNvPr>
          <p:cNvSpPr txBox="1"/>
          <p:nvPr/>
        </p:nvSpPr>
        <p:spPr>
          <a:xfrm>
            <a:off x="10071946" y="2561082"/>
            <a:ext cx="325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D3</a:t>
            </a:r>
          </a:p>
        </p:txBody>
      </p:sp>
      <p:sp>
        <p:nvSpPr>
          <p:cNvPr id="211" name="pole tekstowe 210">
            <a:extLst>
              <a:ext uri="{FF2B5EF4-FFF2-40B4-BE49-F238E27FC236}">
                <a16:creationId xmlns:a16="http://schemas.microsoft.com/office/drawing/2014/main" id="{D1A27D7B-3209-C518-A257-029E6FA834D6}"/>
              </a:ext>
            </a:extLst>
          </p:cNvPr>
          <p:cNvSpPr txBox="1"/>
          <p:nvPr/>
        </p:nvSpPr>
        <p:spPr>
          <a:xfrm>
            <a:off x="10169264" y="3315583"/>
            <a:ext cx="325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D1</a:t>
            </a:r>
          </a:p>
        </p:txBody>
      </p:sp>
      <p:sp>
        <p:nvSpPr>
          <p:cNvPr id="212" name="pole tekstowe 211">
            <a:extLst>
              <a:ext uri="{FF2B5EF4-FFF2-40B4-BE49-F238E27FC236}">
                <a16:creationId xmlns:a16="http://schemas.microsoft.com/office/drawing/2014/main" id="{4F4B5980-E67B-4A4D-A7BA-08200B5651D5}"/>
              </a:ext>
            </a:extLst>
          </p:cNvPr>
          <p:cNvSpPr txBox="1"/>
          <p:nvPr/>
        </p:nvSpPr>
        <p:spPr>
          <a:xfrm>
            <a:off x="10244614" y="3833332"/>
            <a:ext cx="325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D2</a:t>
            </a:r>
          </a:p>
        </p:txBody>
      </p:sp>
      <p:pic>
        <p:nvPicPr>
          <p:cNvPr id="213" name="Obraz 212">
            <a:extLst>
              <a:ext uri="{FF2B5EF4-FFF2-40B4-BE49-F238E27FC236}">
                <a16:creationId xmlns:a16="http://schemas.microsoft.com/office/drawing/2014/main" id="{2C90F729-CC87-B1D5-03BD-F5D63D64DCB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14253" y="5553328"/>
            <a:ext cx="413389" cy="263434"/>
          </a:xfrm>
          <a:prstGeom prst="rect">
            <a:avLst/>
          </a:prstGeom>
        </p:spPr>
      </p:pic>
      <p:sp>
        <p:nvSpPr>
          <p:cNvPr id="214" name="pole tekstowe 213">
            <a:extLst>
              <a:ext uri="{FF2B5EF4-FFF2-40B4-BE49-F238E27FC236}">
                <a16:creationId xmlns:a16="http://schemas.microsoft.com/office/drawing/2014/main" id="{234727D4-43C8-ED5C-6EC8-B89C8A60E248}"/>
              </a:ext>
            </a:extLst>
          </p:cNvPr>
          <p:cNvSpPr txBox="1"/>
          <p:nvPr/>
        </p:nvSpPr>
        <p:spPr>
          <a:xfrm>
            <a:off x="10270014" y="5805915"/>
            <a:ext cx="325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D4</a:t>
            </a:r>
          </a:p>
        </p:txBody>
      </p:sp>
      <p:sp>
        <p:nvSpPr>
          <p:cNvPr id="215" name="pole tekstowe 214">
            <a:extLst>
              <a:ext uri="{FF2B5EF4-FFF2-40B4-BE49-F238E27FC236}">
                <a16:creationId xmlns:a16="http://schemas.microsoft.com/office/drawing/2014/main" id="{856C2432-0CAF-0972-36DA-9E32603C3592}"/>
              </a:ext>
            </a:extLst>
          </p:cNvPr>
          <p:cNvSpPr txBox="1"/>
          <p:nvPr/>
        </p:nvSpPr>
        <p:spPr>
          <a:xfrm>
            <a:off x="9532563" y="5787301"/>
            <a:ext cx="3626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E16</a:t>
            </a:r>
          </a:p>
        </p:txBody>
      </p:sp>
      <p:sp>
        <p:nvSpPr>
          <p:cNvPr id="216" name="pole tekstowe 215">
            <a:extLst>
              <a:ext uri="{FF2B5EF4-FFF2-40B4-BE49-F238E27FC236}">
                <a16:creationId xmlns:a16="http://schemas.microsoft.com/office/drawing/2014/main" id="{5DBD39D3-FE83-F5DB-36FC-8ACB7961D208}"/>
              </a:ext>
            </a:extLst>
          </p:cNvPr>
          <p:cNvSpPr txBox="1"/>
          <p:nvPr/>
        </p:nvSpPr>
        <p:spPr>
          <a:xfrm>
            <a:off x="9532563" y="4747738"/>
            <a:ext cx="3626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E14</a:t>
            </a:r>
          </a:p>
        </p:txBody>
      </p:sp>
      <p:sp>
        <p:nvSpPr>
          <p:cNvPr id="217" name="pole tekstowe 216">
            <a:extLst>
              <a:ext uri="{FF2B5EF4-FFF2-40B4-BE49-F238E27FC236}">
                <a16:creationId xmlns:a16="http://schemas.microsoft.com/office/drawing/2014/main" id="{9C53C4C4-E57B-1937-7222-563085043C47}"/>
              </a:ext>
            </a:extLst>
          </p:cNvPr>
          <p:cNvSpPr txBox="1"/>
          <p:nvPr/>
        </p:nvSpPr>
        <p:spPr>
          <a:xfrm>
            <a:off x="9590782" y="3833332"/>
            <a:ext cx="3626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E12</a:t>
            </a:r>
          </a:p>
        </p:txBody>
      </p:sp>
      <p:sp>
        <p:nvSpPr>
          <p:cNvPr id="218" name="pole tekstowe 217">
            <a:extLst>
              <a:ext uri="{FF2B5EF4-FFF2-40B4-BE49-F238E27FC236}">
                <a16:creationId xmlns:a16="http://schemas.microsoft.com/office/drawing/2014/main" id="{C7B8CFA0-4200-13E1-CBA2-7757C96B93E1}"/>
              </a:ext>
            </a:extLst>
          </p:cNvPr>
          <p:cNvSpPr txBox="1"/>
          <p:nvPr/>
        </p:nvSpPr>
        <p:spPr>
          <a:xfrm>
            <a:off x="9595026" y="3342740"/>
            <a:ext cx="3626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E11</a:t>
            </a:r>
          </a:p>
        </p:txBody>
      </p:sp>
      <p:sp>
        <p:nvSpPr>
          <p:cNvPr id="219" name="pole tekstowe 218">
            <a:extLst>
              <a:ext uri="{FF2B5EF4-FFF2-40B4-BE49-F238E27FC236}">
                <a16:creationId xmlns:a16="http://schemas.microsoft.com/office/drawing/2014/main" id="{3A1E585A-001E-4DD6-3F70-1E3C8A570691}"/>
              </a:ext>
            </a:extLst>
          </p:cNvPr>
          <p:cNvSpPr txBox="1"/>
          <p:nvPr/>
        </p:nvSpPr>
        <p:spPr>
          <a:xfrm>
            <a:off x="9109251" y="3096435"/>
            <a:ext cx="3626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E13</a:t>
            </a:r>
          </a:p>
        </p:txBody>
      </p:sp>
      <p:sp>
        <p:nvSpPr>
          <p:cNvPr id="220" name="pole tekstowe 219">
            <a:extLst>
              <a:ext uri="{FF2B5EF4-FFF2-40B4-BE49-F238E27FC236}">
                <a16:creationId xmlns:a16="http://schemas.microsoft.com/office/drawing/2014/main" id="{59CBDBC3-6219-4A7F-52A1-ABE8869D1218}"/>
              </a:ext>
            </a:extLst>
          </p:cNvPr>
          <p:cNvSpPr txBox="1"/>
          <p:nvPr/>
        </p:nvSpPr>
        <p:spPr>
          <a:xfrm>
            <a:off x="9112426" y="2539065"/>
            <a:ext cx="3626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E15</a:t>
            </a:r>
          </a:p>
        </p:txBody>
      </p:sp>
      <p:sp>
        <p:nvSpPr>
          <p:cNvPr id="221" name="pole tekstowe 220">
            <a:extLst>
              <a:ext uri="{FF2B5EF4-FFF2-40B4-BE49-F238E27FC236}">
                <a16:creationId xmlns:a16="http://schemas.microsoft.com/office/drawing/2014/main" id="{662DC6D7-3FF3-225E-81D9-571F71784B51}"/>
              </a:ext>
            </a:extLst>
          </p:cNvPr>
          <p:cNvSpPr txBox="1"/>
          <p:nvPr/>
        </p:nvSpPr>
        <p:spPr>
          <a:xfrm>
            <a:off x="7839251" y="2553494"/>
            <a:ext cx="3626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K15</a:t>
            </a:r>
          </a:p>
        </p:txBody>
      </p:sp>
      <p:sp>
        <p:nvSpPr>
          <p:cNvPr id="222" name="pole tekstowe 221">
            <a:extLst>
              <a:ext uri="{FF2B5EF4-FFF2-40B4-BE49-F238E27FC236}">
                <a16:creationId xmlns:a16="http://schemas.microsoft.com/office/drawing/2014/main" id="{5641F431-21F3-8BCB-3074-2A5FE3D7137B}"/>
              </a:ext>
            </a:extLst>
          </p:cNvPr>
          <p:cNvSpPr txBox="1"/>
          <p:nvPr/>
        </p:nvSpPr>
        <p:spPr>
          <a:xfrm>
            <a:off x="7859099" y="3101608"/>
            <a:ext cx="3626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K13</a:t>
            </a:r>
          </a:p>
        </p:txBody>
      </p:sp>
      <p:sp>
        <p:nvSpPr>
          <p:cNvPr id="223" name="pole tekstowe 222">
            <a:extLst>
              <a:ext uri="{FF2B5EF4-FFF2-40B4-BE49-F238E27FC236}">
                <a16:creationId xmlns:a16="http://schemas.microsoft.com/office/drawing/2014/main" id="{A524187A-BF54-585C-6D1E-0C7717D16F4C}"/>
              </a:ext>
            </a:extLst>
          </p:cNvPr>
          <p:cNvSpPr txBox="1"/>
          <p:nvPr/>
        </p:nvSpPr>
        <p:spPr>
          <a:xfrm>
            <a:off x="7592321" y="3338776"/>
            <a:ext cx="3626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K11</a:t>
            </a:r>
          </a:p>
        </p:txBody>
      </p:sp>
      <p:sp>
        <p:nvSpPr>
          <p:cNvPr id="224" name="pole tekstowe 223">
            <a:extLst>
              <a:ext uri="{FF2B5EF4-FFF2-40B4-BE49-F238E27FC236}">
                <a16:creationId xmlns:a16="http://schemas.microsoft.com/office/drawing/2014/main" id="{70A583E2-9977-8848-AC3D-F8D9786E051D}"/>
              </a:ext>
            </a:extLst>
          </p:cNvPr>
          <p:cNvSpPr txBox="1"/>
          <p:nvPr/>
        </p:nvSpPr>
        <p:spPr>
          <a:xfrm>
            <a:off x="7590963" y="3822963"/>
            <a:ext cx="3626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K12</a:t>
            </a:r>
          </a:p>
        </p:txBody>
      </p:sp>
      <p:sp>
        <p:nvSpPr>
          <p:cNvPr id="225" name="pole tekstowe 224">
            <a:extLst>
              <a:ext uri="{FF2B5EF4-FFF2-40B4-BE49-F238E27FC236}">
                <a16:creationId xmlns:a16="http://schemas.microsoft.com/office/drawing/2014/main" id="{F419F6D0-0391-1120-0D70-965D1FEA2975}"/>
              </a:ext>
            </a:extLst>
          </p:cNvPr>
          <p:cNvSpPr txBox="1"/>
          <p:nvPr/>
        </p:nvSpPr>
        <p:spPr>
          <a:xfrm>
            <a:off x="7610013" y="4716792"/>
            <a:ext cx="3626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K14</a:t>
            </a:r>
          </a:p>
        </p:txBody>
      </p:sp>
      <p:sp>
        <p:nvSpPr>
          <p:cNvPr id="226" name="pole tekstowe 225">
            <a:extLst>
              <a:ext uri="{FF2B5EF4-FFF2-40B4-BE49-F238E27FC236}">
                <a16:creationId xmlns:a16="http://schemas.microsoft.com/office/drawing/2014/main" id="{6C9CA44C-EF1F-1138-76AE-070028961531}"/>
              </a:ext>
            </a:extLst>
          </p:cNvPr>
          <p:cNvSpPr txBox="1"/>
          <p:nvPr/>
        </p:nvSpPr>
        <p:spPr>
          <a:xfrm>
            <a:off x="7559762" y="5801402"/>
            <a:ext cx="3626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K16</a:t>
            </a:r>
          </a:p>
        </p:txBody>
      </p:sp>
      <p:sp>
        <p:nvSpPr>
          <p:cNvPr id="227" name="pole tekstowe 226">
            <a:extLst>
              <a:ext uri="{FF2B5EF4-FFF2-40B4-BE49-F238E27FC236}">
                <a16:creationId xmlns:a16="http://schemas.microsoft.com/office/drawing/2014/main" id="{1D514744-6B7A-D36D-8AD4-6BDB115EA037}"/>
              </a:ext>
            </a:extLst>
          </p:cNvPr>
          <p:cNvSpPr txBox="1"/>
          <p:nvPr/>
        </p:nvSpPr>
        <p:spPr>
          <a:xfrm>
            <a:off x="2210078" y="3861172"/>
            <a:ext cx="210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M</a:t>
            </a:r>
          </a:p>
        </p:txBody>
      </p:sp>
      <p:sp>
        <p:nvSpPr>
          <p:cNvPr id="228" name="pole tekstowe 227">
            <a:extLst>
              <a:ext uri="{FF2B5EF4-FFF2-40B4-BE49-F238E27FC236}">
                <a16:creationId xmlns:a16="http://schemas.microsoft.com/office/drawing/2014/main" id="{B148AD16-939B-5148-0606-94661AD78F8C}"/>
              </a:ext>
            </a:extLst>
          </p:cNvPr>
          <p:cNvSpPr txBox="1"/>
          <p:nvPr/>
        </p:nvSpPr>
        <p:spPr>
          <a:xfrm>
            <a:off x="2199873" y="3327804"/>
            <a:ext cx="210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L</a:t>
            </a:r>
          </a:p>
        </p:txBody>
      </p:sp>
      <p:sp>
        <p:nvSpPr>
          <p:cNvPr id="229" name="pole tekstowe 228">
            <a:extLst>
              <a:ext uri="{FF2B5EF4-FFF2-40B4-BE49-F238E27FC236}">
                <a16:creationId xmlns:a16="http://schemas.microsoft.com/office/drawing/2014/main" id="{124894A4-E82A-3AB9-7A1E-49EA3A266D06}"/>
              </a:ext>
            </a:extLst>
          </p:cNvPr>
          <p:cNvSpPr txBox="1"/>
          <p:nvPr/>
        </p:nvSpPr>
        <p:spPr>
          <a:xfrm>
            <a:off x="2826640" y="4816725"/>
            <a:ext cx="210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Y</a:t>
            </a:r>
          </a:p>
        </p:txBody>
      </p:sp>
      <p:sp>
        <p:nvSpPr>
          <p:cNvPr id="230" name="pole tekstowe 229">
            <a:extLst>
              <a:ext uri="{FF2B5EF4-FFF2-40B4-BE49-F238E27FC236}">
                <a16:creationId xmlns:a16="http://schemas.microsoft.com/office/drawing/2014/main" id="{C72A7CFC-947C-087E-5FEB-BFDA96B836EB}"/>
              </a:ext>
            </a:extLst>
          </p:cNvPr>
          <p:cNvSpPr txBox="1"/>
          <p:nvPr/>
        </p:nvSpPr>
        <p:spPr>
          <a:xfrm>
            <a:off x="2841467" y="5767101"/>
            <a:ext cx="210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X</a:t>
            </a:r>
          </a:p>
        </p:txBody>
      </p:sp>
      <p:pic>
        <p:nvPicPr>
          <p:cNvPr id="231" name="Obraz 230">
            <a:extLst>
              <a:ext uri="{FF2B5EF4-FFF2-40B4-BE49-F238E27FC236}">
                <a16:creationId xmlns:a16="http://schemas.microsoft.com/office/drawing/2014/main" id="{6F756F0E-3032-40C6-1DF8-0DC173524F1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797908" y="5025852"/>
            <a:ext cx="263117" cy="263117"/>
          </a:xfrm>
          <a:prstGeom prst="rect">
            <a:avLst/>
          </a:prstGeom>
        </p:spPr>
      </p:pic>
      <p:pic>
        <p:nvPicPr>
          <p:cNvPr id="232" name="Obraz 231">
            <a:extLst>
              <a:ext uri="{FF2B5EF4-FFF2-40B4-BE49-F238E27FC236}">
                <a16:creationId xmlns:a16="http://schemas.microsoft.com/office/drawing/2014/main" id="{07B4C8BA-0FDC-91D6-E9BA-F41E0F37921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797908" y="5544252"/>
            <a:ext cx="263117" cy="263117"/>
          </a:xfrm>
          <a:prstGeom prst="rect">
            <a:avLst/>
          </a:prstGeom>
        </p:spPr>
      </p:pic>
      <p:sp>
        <p:nvSpPr>
          <p:cNvPr id="233" name="pole tekstowe 232">
            <a:extLst>
              <a:ext uri="{FF2B5EF4-FFF2-40B4-BE49-F238E27FC236}">
                <a16:creationId xmlns:a16="http://schemas.microsoft.com/office/drawing/2014/main" id="{A88B226E-77A5-892B-9EF6-28F75792500F}"/>
              </a:ext>
            </a:extLst>
          </p:cNvPr>
          <p:cNvSpPr txBox="1"/>
          <p:nvPr/>
        </p:nvSpPr>
        <p:spPr>
          <a:xfrm>
            <a:off x="2202000" y="5757887"/>
            <a:ext cx="210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P</a:t>
            </a:r>
          </a:p>
        </p:txBody>
      </p:sp>
      <p:sp>
        <p:nvSpPr>
          <p:cNvPr id="234" name="pole tekstowe 233">
            <a:extLst>
              <a:ext uri="{FF2B5EF4-FFF2-40B4-BE49-F238E27FC236}">
                <a16:creationId xmlns:a16="http://schemas.microsoft.com/office/drawing/2014/main" id="{3DEA3156-5659-1182-8A76-BA16D98D9324}"/>
              </a:ext>
            </a:extLst>
          </p:cNvPr>
          <p:cNvSpPr txBox="1"/>
          <p:nvPr/>
        </p:nvSpPr>
        <p:spPr>
          <a:xfrm>
            <a:off x="2197546" y="4801816"/>
            <a:ext cx="210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FFD602"/>
                </a:solidFill>
                <a:latin typeface="Bahnschrift SemiBold Condensed" panose="020B0502040204020203" pitchFamily="34" charset="0"/>
              </a:rPr>
              <a:t>O</a:t>
            </a:r>
          </a:p>
        </p:txBody>
      </p:sp>
      <p:sp>
        <p:nvSpPr>
          <p:cNvPr id="235" name="Prostokąt 234">
            <a:extLst>
              <a:ext uri="{FF2B5EF4-FFF2-40B4-BE49-F238E27FC236}">
                <a16:creationId xmlns:a16="http://schemas.microsoft.com/office/drawing/2014/main" id="{1903200D-3304-D157-FE5B-52F57DF22E80}"/>
              </a:ext>
            </a:extLst>
          </p:cNvPr>
          <p:cNvSpPr/>
          <p:nvPr/>
        </p:nvSpPr>
        <p:spPr>
          <a:xfrm>
            <a:off x="8564786" y="5599007"/>
            <a:ext cx="362659" cy="1809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16</a:t>
            </a:r>
          </a:p>
        </p:txBody>
      </p:sp>
      <p:sp>
        <p:nvSpPr>
          <p:cNvPr id="236" name="Prostokąt 235">
            <a:extLst>
              <a:ext uri="{FF2B5EF4-FFF2-40B4-BE49-F238E27FC236}">
                <a16:creationId xmlns:a16="http://schemas.microsoft.com/office/drawing/2014/main" id="{255D9BB2-3B29-0927-458C-D11DCA550511}"/>
              </a:ext>
            </a:extLst>
          </p:cNvPr>
          <p:cNvSpPr/>
          <p:nvPr/>
        </p:nvSpPr>
        <p:spPr>
          <a:xfrm>
            <a:off x="8560180" y="4530180"/>
            <a:ext cx="362659" cy="1809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14</a:t>
            </a:r>
          </a:p>
        </p:txBody>
      </p:sp>
      <p:sp>
        <p:nvSpPr>
          <p:cNvPr id="237" name="Prostokąt 236">
            <a:extLst>
              <a:ext uri="{FF2B5EF4-FFF2-40B4-BE49-F238E27FC236}">
                <a16:creationId xmlns:a16="http://schemas.microsoft.com/office/drawing/2014/main" id="{AD59B129-8D01-79C9-9297-422DF6705529}"/>
              </a:ext>
            </a:extLst>
          </p:cNvPr>
          <p:cNvSpPr/>
          <p:nvPr/>
        </p:nvSpPr>
        <p:spPr>
          <a:xfrm>
            <a:off x="8559438" y="4031471"/>
            <a:ext cx="362659" cy="1809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12</a:t>
            </a:r>
          </a:p>
        </p:txBody>
      </p:sp>
      <p:sp>
        <p:nvSpPr>
          <p:cNvPr id="238" name="Prostokąt 237">
            <a:extLst>
              <a:ext uri="{FF2B5EF4-FFF2-40B4-BE49-F238E27FC236}">
                <a16:creationId xmlns:a16="http://schemas.microsoft.com/office/drawing/2014/main" id="{7CF3F17B-F8B1-6BC8-1E99-85104A75206F}"/>
              </a:ext>
            </a:extLst>
          </p:cNvPr>
          <p:cNvSpPr/>
          <p:nvPr/>
        </p:nvSpPr>
        <p:spPr>
          <a:xfrm>
            <a:off x="8559438" y="3578720"/>
            <a:ext cx="362659" cy="1809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11</a:t>
            </a:r>
          </a:p>
        </p:txBody>
      </p:sp>
      <p:sp>
        <p:nvSpPr>
          <p:cNvPr id="239" name="Prostokąt 238">
            <a:extLst>
              <a:ext uri="{FF2B5EF4-FFF2-40B4-BE49-F238E27FC236}">
                <a16:creationId xmlns:a16="http://schemas.microsoft.com/office/drawing/2014/main" id="{E47A2C4B-EA82-94DE-336F-1F716890FAED}"/>
              </a:ext>
            </a:extLst>
          </p:cNvPr>
          <p:cNvSpPr/>
          <p:nvPr/>
        </p:nvSpPr>
        <p:spPr>
          <a:xfrm>
            <a:off x="8546738" y="2914018"/>
            <a:ext cx="362659" cy="1809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13</a:t>
            </a:r>
          </a:p>
        </p:txBody>
      </p:sp>
      <p:sp>
        <p:nvSpPr>
          <p:cNvPr id="240" name="Prostokąt 239">
            <a:extLst>
              <a:ext uri="{FF2B5EF4-FFF2-40B4-BE49-F238E27FC236}">
                <a16:creationId xmlns:a16="http://schemas.microsoft.com/office/drawing/2014/main" id="{CD98BB3D-6937-B31D-C359-140B75251BBB}"/>
              </a:ext>
            </a:extLst>
          </p:cNvPr>
          <p:cNvSpPr/>
          <p:nvPr/>
        </p:nvSpPr>
        <p:spPr>
          <a:xfrm>
            <a:off x="8546738" y="2370762"/>
            <a:ext cx="362659" cy="1809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14</a:t>
            </a:r>
          </a:p>
        </p:txBody>
      </p:sp>
      <p:sp>
        <p:nvSpPr>
          <p:cNvPr id="241" name="Prostokąt 240">
            <a:extLst>
              <a:ext uri="{FF2B5EF4-FFF2-40B4-BE49-F238E27FC236}">
                <a16:creationId xmlns:a16="http://schemas.microsoft.com/office/drawing/2014/main" id="{1B959E0D-B67E-B430-C9ED-6FAB7A15D4E0}"/>
              </a:ext>
            </a:extLst>
          </p:cNvPr>
          <p:cNvSpPr/>
          <p:nvPr/>
        </p:nvSpPr>
        <p:spPr>
          <a:xfrm>
            <a:off x="5207739" y="1532698"/>
            <a:ext cx="523424" cy="1809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501</a:t>
            </a:r>
          </a:p>
        </p:txBody>
      </p:sp>
      <p:sp>
        <p:nvSpPr>
          <p:cNvPr id="242" name="Prostokąt 241">
            <a:extLst>
              <a:ext uri="{FF2B5EF4-FFF2-40B4-BE49-F238E27FC236}">
                <a16:creationId xmlns:a16="http://schemas.microsoft.com/office/drawing/2014/main" id="{77A4A77F-5B67-A132-216B-0088C265EEDD}"/>
              </a:ext>
            </a:extLst>
          </p:cNvPr>
          <p:cNvSpPr/>
          <p:nvPr/>
        </p:nvSpPr>
        <p:spPr>
          <a:xfrm>
            <a:off x="5213281" y="2088696"/>
            <a:ext cx="523424" cy="1809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502</a:t>
            </a:r>
          </a:p>
        </p:txBody>
      </p:sp>
      <p:sp>
        <p:nvSpPr>
          <p:cNvPr id="243" name="pole tekstowe 242">
            <a:extLst>
              <a:ext uri="{FF2B5EF4-FFF2-40B4-BE49-F238E27FC236}">
                <a16:creationId xmlns:a16="http://schemas.microsoft.com/office/drawing/2014/main" id="{A42E69B1-633E-AE0A-3E7C-58D692981BC5}"/>
              </a:ext>
            </a:extLst>
          </p:cNvPr>
          <p:cNvSpPr txBox="1"/>
          <p:nvPr/>
        </p:nvSpPr>
        <p:spPr>
          <a:xfrm>
            <a:off x="5593160" y="144586"/>
            <a:ext cx="46585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3200" dirty="0">
                <a:solidFill>
                  <a:srgbClr val="666666"/>
                </a:solidFill>
                <a:latin typeface="Bahnschrift SemiBold Condensed" panose="020B0502040204020203" pitchFamily="34" charset="0"/>
              </a:rPr>
              <a:t>GDAŃSK WRZESZCZ</a:t>
            </a:r>
            <a:endParaRPr lang="pl-PL" sz="3200" dirty="0"/>
          </a:p>
        </p:txBody>
      </p:sp>
      <p:grpSp>
        <p:nvGrpSpPr>
          <p:cNvPr id="3" name="Grupa 2" hidden="1">
            <a:extLst>
              <a:ext uri="{FF2B5EF4-FFF2-40B4-BE49-F238E27FC236}">
                <a16:creationId xmlns:a16="http://schemas.microsoft.com/office/drawing/2014/main" id="{2263626E-C19B-1275-E0E3-0B5C1711EB62}"/>
              </a:ext>
            </a:extLst>
          </p:cNvPr>
          <p:cNvGrpSpPr/>
          <p:nvPr/>
        </p:nvGrpSpPr>
        <p:grpSpPr>
          <a:xfrm>
            <a:off x="-8666" y="195943"/>
            <a:ext cx="16200438" cy="10165793"/>
            <a:chOff x="-8666" y="195943"/>
            <a:chExt cx="16200438" cy="10165793"/>
          </a:xfrm>
        </p:grpSpPr>
        <p:sp>
          <p:nvSpPr>
            <p:cNvPr id="249" name="Owal 248">
              <a:extLst>
                <a:ext uri="{FF2B5EF4-FFF2-40B4-BE49-F238E27FC236}">
                  <a16:creationId xmlns:a16="http://schemas.microsoft.com/office/drawing/2014/main" id="{C96DEB88-1593-7006-4D9F-25E1D76EDF17}"/>
                </a:ext>
              </a:extLst>
            </p:cNvPr>
            <p:cNvSpPr/>
            <p:nvPr/>
          </p:nvSpPr>
          <p:spPr>
            <a:xfrm>
              <a:off x="381000" y="195943"/>
              <a:ext cx="1306286" cy="972405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245" name="Obraz 244">
              <a:extLst>
                <a:ext uri="{FF2B5EF4-FFF2-40B4-BE49-F238E27FC236}">
                  <a16:creationId xmlns:a16="http://schemas.microsoft.com/office/drawing/2014/main" id="{840B3FB4-D27E-5C10-5FF5-F3F9A7B97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-8666" y="6345246"/>
              <a:ext cx="16200438" cy="4016490"/>
            </a:xfrm>
            <a:prstGeom prst="rect">
              <a:avLst/>
            </a:prstGeom>
          </p:spPr>
        </p:pic>
        <p:sp>
          <p:nvSpPr>
            <p:cNvPr id="246" name="Prostokąt: zaokrąglone rogi 245">
              <a:extLst>
                <a:ext uri="{FF2B5EF4-FFF2-40B4-BE49-F238E27FC236}">
                  <a16:creationId xmlns:a16="http://schemas.microsoft.com/office/drawing/2014/main" id="{512E1D7D-ABCD-9AC4-174B-95E3FAC33F3E}"/>
                </a:ext>
              </a:extLst>
            </p:cNvPr>
            <p:cNvSpPr/>
            <p:nvPr/>
          </p:nvSpPr>
          <p:spPr>
            <a:xfrm>
              <a:off x="9633857" y="195943"/>
              <a:ext cx="6411686" cy="549994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/>
            </a:p>
          </p:txBody>
        </p:sp>
        <p:pic>
          <p:nvPicPr>
            <p:cNvPr id="248" name="Obraz 247">
              <a:extLst>
                <a:ext uri="{FF2B5EF4-FFF2-40B4-BE49-F238E27FC236}">
                  <a16:creationId xmlns:a16="http://schemas.microsoft.com/office/drawing/2014/main" id="{F9A5A77E-EF8C-47A0-E445-A0CCAD2EE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579598" y="203197"/>
              <a:ext cx="950997" cy="950997"/>
            </a:xfrm>
            <a:prstGeom prst="rect">
              <a:avLst/>
            </a:prstGeom>
          </p:spPr>
        </p:pic>
        <p:sp>
          <p:nvSpPr>
            <p:cNvPr id="250" name="pole tekstowe 249">
              <a:extLst>
                <a:ext uri="{FF2B5EF4-FFF2-40B4-BE49-F238E27FC236}">
                  <a16:creationId xmlns:a16="http://schemas.microsoft.com/office/drawing/2014/main" id="{646993F6-0A93-3908-9024-AEEDD138AF28}"/>
                </a:ext>
              </a:extLst>
            </p:cNvPr>
            <p:cNvSpPr txBox="1"/>
            <p:nvPr/>
          </p:nvSpPr>
          <p:spPr>
            <a:xfrm>
              <a:off x="1721481" y="271715"/>
              <a:ext cx="71156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5400" dirty="0">
                  <a:solidFill>
                    <a:schemeClr val="bg1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634574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Motyw pakietu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yw pakietu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yw pakietu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196</TotalTime>
  <Words>110</Words>
  <Application>Microsoft Office PowerPoint</Application>
  <PresentationFormat>Niestandardowy</PresentationFormat>
  <Paragraphs>71</Paragraphs>
  <Slides>1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2" baseType="lpstr">
      <vt:lpstr>Motyw pakietu Office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Piotr Osiński</dc:creator>
  <cp:lastModifiedBy>Piotr Osiński</cp:lastModifiedBy>
  <cp:revision>5</cp:revision>
  <dcterms:created xsi:type="dcterms:W3CDTF">2026-09-23T15:42:18Z</dcterms:created>
  <dcterms:modified xsi:type="dcterms:W3CDTF">2026-09-25T10:11:37Z</dcterms:modified>
</cp:coreProperties>
</file>